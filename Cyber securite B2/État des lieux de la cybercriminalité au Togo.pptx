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D49C-00E1-4FEE-A4D7-F4F341EBE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7CF47-BEDC-4D84-AC55-74864CEDF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FC1F6-F39F-4754-A6A2-89DC316F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6BD6-EA38-4264-A8DC-EEC6FE4A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8B57-8239-4AC5-B354-2838631A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76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18DD-757A-4D78-9E91-CA95AE2D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9221-425A-44CD-89EF-3D33B7E90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E165E-D0D7-4FD3-83C2-BCDD5C75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4334C-B621-46AC-8508-D0CD2A97A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90006-73EE-4C7B-B0E5-94D3CEE5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2743-1549-4C83-B3A4-CD4CBA44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44845-1BF5-4491-B258-701539E58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325F-308B-4B74-98B1-2D337AFB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980A7-8350-499D-A5AA-FEF7D179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45A4C-E9DC-4A03-9696-C9255084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4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9DF7-38B9-40FC-A4AF-1AFEC6E4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7D931-B201-4591-A639-A4B58EEA7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4FE0E-3446-447F-A85E-F78BEBC30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810AD-A3EC-4062-9C8B-ABC1D6B6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41FEE-B5AE-49D0-8453-19410877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6A5BE-3CD7-4F19-B860-6FDE4844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6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BC7A-DF1D-43FE-967B-B6447936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760FD-F964-4CBC-ABD1-A5391B72C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F7BB1-C6FE-46FA-B532-F49E023ED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1598-54E4-490B-82E9-B4D08BFC7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1C3C7-4C58-4DB1-88C7-CA1109A2A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D240C-EF46-40E4-9E3B-25ACB404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42504-4312-4ED4-B24A-A8788BC4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5A9A1-4F46-4317-A612-FF91B9D84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3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3B00-BB4F-43F4-9AA6-AED0CAF8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3341C-5B36-4D22-880B-2003DFABD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209FC-712B-44DD-B891-7FAFD812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E5A78-0331-4CE4-B2CA-1AAC7BBF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1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D4779-F065-4994-823F-F7D041A5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02C42-C41F-4339-911E-7B2172F2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F8C27-88B5-4715-9137-29CB0397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8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C47A-C03B-4BC0-9178-8F9EA73A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EF06-FF2C-4657-89F8-1B3E49B59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DC5E1-5715-4517-B303-C06FDF54D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3D90C-4372-4EF8-A517-4510B4EE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D6A83-7C74-4819-AC98-9C417653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0E3DB-664A-49C8-87B5-B6466169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6536-73AD-4C4F-B1BB-7170CF5E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6AADA-CC69-40CD-BE87-57BC82DA4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1556E-4D07-4241-89DF-ED870C01E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E0509-D03D-4D94-8F80-94B0B1E5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9E436-8FF2-432F-9E27-73AC61B0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1BC04-97EF-4A4C-9653-D63F8EC0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8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2C72-328B-42B6-8113-DC8CF65C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C82F4-9B68-4A92-AC4C-282E3FD20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F9B76-7C73-4365-8B95-D9F9C10F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FFBB-457F-4E85-BDAE-F96B2B4D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6B974-8610-402E-BA67-FFEDFCCD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4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8D1EA-0E6C-4CA4-A846-CC7F0B9D7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06C4F-0EDA-4A30-ACD7-0D648B47B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00C93-0909-4044-8317-72061FD9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CB78-26B8-40CB-BB60-730E1B36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7445-2EEC-4F4A-9CF3-1B649DF8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2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199FD-5FC8-4EFB-908A-221B6119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0AFA1-281C-41EF-97E0-2630C7EB7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0DB3-89C3-454B-BACA-50CA4F5C7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7F03F-88EA-473A-86A8-A09AAD5A326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650F-41B5-4843-96CD-092C0997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4590F-CA7E-42B9-AE72-F8282A8A3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CCB7-B67F-483A-912D-19144299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3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7B10-CAAA-410D-ABB1-347C3EE9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225" y="257175"/>
            <a:ext cx="10010775" cy="1219200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État des lieux de la cybercriminalité au Togo et cadre juridique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02B0E-F143-4EAA-8B57-4E23DACC5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50" y="2105025"/>
            <a:ext cx="9925050" cy="406717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la fin de ce cours, les étudiants seront capables de 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Expliquer ce qu’est la cybercriminalité.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les principales menaces cyber au Togo.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 cadre juridique et institutionnel en matière de cybersécurité.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Analyser les enjeux et défis de la lutte contre la cybercriminalité.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6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8A57-9E0D-4623-BD60-7D70F022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552574"/>
          </a:xfrm>
        </p:spPr>
        <p:txBody>
          <a:bodyPr>
            <a:normAutofit/>
          </a:bodyPr>
          <a:lstStyle/>
          <a:p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 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44042-6DC5-44CD-96A4-DCA552DB3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425" y="952500"/>
            <a:ext cx="10429875" cy="54483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cybercriminalité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regroupe toutes les infractions pénales commises au moyen des technologies de l'information et de la communication (TIC), notamment l’Internet.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Catégories principales 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Infractions contre les systèmes informatiques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piratage, virus, DDoS…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Infractions contre les données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vol ou altération de données personnelles ou sensibles.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Infractions facilitées par Internet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escroqueries, usurpation d’identité, cyberharcèlement, pédopornographie,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5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63A3-4A08-43A7-9EC1-E2D4B38E5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52450"/>
            <a:ext cx="9144000" cy="2466975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État des lieux de la cybercriminalité au Togo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AC3C7-B104-4453-88C9-6B2CA3BDE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925" y="1038225"/>
            <a:ext cx="10220325" cy="5219699"/>
          </a:xfrm>
        </p:spPr>
        <p:txBody>
          <a:bodyPr>
            <a:normAutofit/>
          </a:bodyPr>
          <a:lstStyle/>
          <a:p>
            <a:pPr algn="just"/>
            <a:r>
              <a:rPr lang="fr-FR" b="1" dirty="0"/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technologique 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rapide de l’usage d’Internet et des smartphones.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Forte présence des jeunes sur les réseaux sociaux.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Menaces fréquentes 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Arnaques en ligne (faux investissements, loteries truquées, ventes fictives).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Usurpation d’identité pour soutirer de l’argent.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Hameçonnage (phishing) par e-mail ou messagerie instantanée.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Attaques sur les systèmes d’information des entreprises.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Profils des cybercriminels 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Généralement jeunes, instruits en informatique, parfois organisés en groupes.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 : financières, idéologiques ou par défi.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1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3C09-1CB4-430C-A9EB-9573D24FF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"/>
            <a:ext cx="9715500" cy="1476374"/>
          </a:xfrm>
        </p:spPr>
        <p:txBody>
          <a:bodyPr>
            <a:normAutofit fontScale="90000"/>
          </a:bodyPr>
          <a:lstStyle/>
          <a:p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cadre juridique Togolais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1FEE-1E3F-4C88-83E7-6C28663FB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790575"/>
            <a:ext cx="9972675" cy="577215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 n°2018-026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la cybersécurité et la lutte contre la cybercriminalité 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 les infractions numériques.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Prévient et réprime les actes cybercriminels.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Établit les responsabilités des fournisseurs de services.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 n°2010-005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 à la protection des données à caractère personnel 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Régule la collecte et l’usage des données.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Protège les citoyens contre les abus.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 n°2017-007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les transactions électroniques :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Donne un cadre légal aux contrats et paiements numériques</a:t>
            </a:r>
            <a:r>
              <a:rPr lang="fr-FR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8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CAED-DCBC-402D-9E20-109ADAFB7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314325"/>
            <a:ext cx="9144000" cy="2152650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impliquées</a:t>
            </a:r>
            <a:b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Principaux acteurs 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B92A6-F078-46A5-BE45-33ED96815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1104900"/>
            <a:ext cx="9791700" cy="507682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ANCy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(Agence nationale de cybersécurité)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coordination des actions de cybersécurité, gestion des incidents.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ARCEP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régulation des communications électroniques.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HAAC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contrôle des contenus numériques.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spécialisée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notamment la Direction des Investigations Criminelles (DIC).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Justice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Tribunaux, magistrats spécialisés.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0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A6FA-5575-4088-900F-C3A382E44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1925"/>
            <a:ext cx="9144000" cy="1619250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Défis à relever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544FE-3FA1-461F-A697-F9941AB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9675"/>
            <a:ext cx="9144000" cy="404812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et juridique des agents publics.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de coordination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institutions.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coopération internationale et régionale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Méconnaissance des risques cyber par la population.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 de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traçabilité et d’identification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auteurs.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6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EFF3-320B-4543-8ED9-97C9B5E3E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57324"/>
          </a:xfrm>
        </p:spPr>
        <p:txBody>
          <a:bodyPr>
            <a:normAutofit fontScale="90000"/>
          </a:bodyPr>
          <a:lstStyle/>
          <a:p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et recommandations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31970-4037-4D68-86E0-C2095A124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1047750"/>
            <a:ext cx="9877425" cy="4648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Renforcement des capacités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humaines et techniques des institutions.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centres de veille et de réponse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 incidents (CERT).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d’une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stratégie nationale de cybersécurité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Sensibilisation du grand public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(étudiants, entreprises, administrations).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Partenariat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État-secteur privé-société civile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une lutte efficace.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3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462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État des lieux de la cybercriminalité au Togo et cadre juridique</vt:lpstr>
      <vt:lpstr>Définition  </vt:lpstr>
      <vt:lpstr>État des lieux de la cybercriminalité au Togo </vt:lpstr>
      <vt:lpstr>Le cadre juridique Togolais </vt:lpstr>
      <vt:lpstr>Institutions impliquées Principaux acteurs  </vt:lpstr>
      <vt:lpstr>Défis à relever </vt:lpstr>
      <vt:lpstr>Perspectives et recommandations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État des lieux de la cybercriminalité au Togo et cadre juridique</dc:title>
  <dc:creator>hp</dc:creator>
  <cp:lastModifiedBy>hp</cp:lastModifiedBy>
  <cp:revision>3</cp:revision>
  <dcterms:created xsi:type="dcterms:W3CDTF">2025-05-05T18:12:46Z</dcterms:created>
  <dcterms:modified xsi:type="dcterms:W3CDTF">2025-05-05T18:29:11Z</dcterms:modified>
</cp:coreProperties>
</file>