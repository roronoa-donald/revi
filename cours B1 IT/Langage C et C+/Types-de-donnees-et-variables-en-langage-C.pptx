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erriweather"/>
      <p:regular r:id="rId17"/>
    </p:embeddedFont>
    <p:embeddedFont>
      <p:font typeface="Merriweather"/>
      <p:regular r:id="rId18"/>
    </p:embeddedFont>
    <p:embeddedFont>
      <p:font typeface="Merriweather"/>
      <p:regular r:id="rId19"/>
    </p:embeddedFont>
    <p:embeddedFont>
      <p:font typeface="Merriweather"/>
      <p:regular r:id="rId20"/>
    </p:embeddedFont>
    <p:embeddedFont>
      <p:font typeface="Merriweather"/>
      <p:regular r:id="rId21"/>
    </p:embeddedFont>
    <p:embeddedFont>
      <p:font typeface="Merriweather"/>
      <p:regular r:id="rId22"/>
    </p:embeddedFont>
    <p:embeddedFont>
      <p:font typeface="Merriweather"/>
      <p:regular r:id="rId23"/>
    </p:embeddedFont>
    <p:embeddedFont>
      <p:font typeface="Merriweath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2763560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Types de données et variables en langage C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63798" y="4676299"/>
            <a:ext cx="741640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Découvrez les fondamentaux de la gestion des données en programmation C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962" y="510659"/>
            <a:ext cx="12223075" cy="580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Pourquoi les types de données sont-ils essentiels en C ?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962" y="1578412"/>
            <a:ext cx="6438781" cy="64387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49277" y="1536621"/>
            <a:ext cx="643878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Chaque variable en C possède un type qui détermine la nature des données qu'elle peut stocker. Ce type définit non seulement la taille mémoire occupée, mais aussi l'ensemble des opérations possibles sur cette variable.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549277" y="2892385"/>
            <a:ext cx="6438781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 est un langage </a:t>
            </a:r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statiquement typé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: le type doit être déclaré explicitement lors de la création de chaque variable. Cette rigueur garantit la sécurité et l'efficacité du code.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565553"/>
            <a:ext cx="11691223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Les catégories principales de types en C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3798" y="2830473"/>
            <a:ext cx="4136350" cy="3833455"/>
          </a:xfrm>
          <a:prstGeom prst="roundRect">
            <a:avLst>
              <a:gd name="adj" fmla="val 2704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5855" y="309252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Types entiers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5855" y="3626048"/>
            <a:ext cx="361223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Stockent des nombres sans virgule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25855" y="4563666"/>
            <a:ext cx="361223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25855" y="5044797"/>
            <a:ext cx="361223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25855" y="5525929"/>
            <a:ext cx="361223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25855" y="6007060"/>
            <a:ext cx="361223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short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246965" y="2830473"/>
            <a:ext cx="4136350" cy="3833455"/>
          </a:xfrm>
          <a:prstGeom prst="roundRect">
            <a:avLst>
              <a:gd name="adj" fmla="val 2704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09022" y="309252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Types flottants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09022" y="3626048"/>
            <a:ext cx="361223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Stockent des nombres à virgule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509022" y="4563666"/>
            <a:ext cx="361223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float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509022" y="5044797"/>
            <a:ext cx="361223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double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509022" y="5525929"/>
            <a:ext cx="361223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long double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630132" y="2830473"/>
            <a:ext cx="4136350" cy="3833455"/>
          </a:xfrm>
          <a:prstGeom prst="roundRect">
            <a:avLst>
              <a:gd name="adj" fmla="val 2704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92189" y="309252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Types dérivés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892189" y="3626048"/>
            <a:ext cx="361223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Structures complexes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892189" y="4168854"/>
            <a:ext cx="361223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Pointeurs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892189" y="4649986"/>
            <a:ext cx="361223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Tableaux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892189" y="5131118"/>
            <a:ext cx="361223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Structures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058" y="516969"/>
            <a:ext cx="10576917" cy="587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Les types entiers : diversité et plages de valeurs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58058" y="1480542"/>
            <a:ext cx="6563082" cy="2519958"/>
          </a:xfrm>
          <a:prstGeom prst="roundRect">
            <a:avLst>
              <a:gd name="adj" fmla="val 3134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0918" y="1503402"/>
            <a:ext cx="6517362" cy="563999"/>
          </a:xfrm>
          <a:prstGeom prst="roundRect">
            <a:avLst>
              <a:gd name="adj" fmla="val 9138"/>
            </a:avLst>
          </a:prstGeom>
          <a:solidFill>
            <a:srgbClr val="003180"/>
          </a:solidFill>
          <a:ln/>
        </p:spPr>
      </p:sp>
      <p:sp>
        <p:nvSpPr>
          <p:cNvPr id="5" name="Text 3"/>
          <p:cNvSpPr/>
          <p:nvPr/>
        </p:nvSpPr>
        <p:spPr>
          <a:xfrm>
            <a:off x="3798570" y="1605320"/>
            <a:ext cx="28194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918" y="2255401"/>
            <a:ext cx="2350175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char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68918" y="2661880"/>
            <a:ext cx="6141363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Taille 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1 octet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918" y="3075384"/>
            <a:ext cx="6141363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Signé : -128 à 127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918" y="3488888"/>
            <a:ext cx="6141363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Non signé : 0 à 255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409140" y="1480542"/>
            <a:ext cx="6563201" cy="2519958"/>
          </a:xfrm>
          <a:prstGeom prst="roundRect">
            <a:avLst>
              <a:gd name="adj" fmla="val 3134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32000" y="1503402"/>
            <a:ext cx="6517481" cy="563999"/>
          </a:xfrm>
          <a:prstGeom prst="roundRect">
            <a:avLst>
              <a:gd name="adj" fmla="val 9138"/>
            </a:avLst>
          </a:prstGeom>
          <a:solidFill>
            <a:srgbClr val="0031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49771" y="1605320"/>
            <a:ext cx="28194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20000" y="2255401"/>
            <a:ext cx="2350175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short int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620000" y="2661880"/>
            <a:ext cx="6141482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Taille 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2 octets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620000" y="3075384"/>
            <a:ext cx="6141482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Signé : -32 768 à 32 767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620000" y="3488888"/>
            <a:ext cx="6141482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Idéal pour économiser la mémoire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58058" y="4188500"/>
            <a:ext cx="6563082" cy="2519958"/>
          </a:xfrm>
          <a:prstGeom prst="roundRect">
            <a:avLst>
              <a:gd name="adj" fmla="val 3134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0918" y="4211360"/>
            <a:ext cx="6517362" cy="563999"/>
          </a:xfrm>
          <a:prstGeom prst="roundRect">
            <a:avLst>
              <a:gd name="adj" fmla="val 9138"/>
            </a:avLst>
          </a:prstGeom>
          <a:solidFill>
            <a:srgbClr val="003180"/>
          </a:solidFill>
          <a:ln/>
        </p:spPr>
      </p:sp>
      <p:sp>
        <p:nvSpPr>
          <p:cNvPr id="19" name="Text 17"/>
          <p:cNvSpPr/>
          <p:nvPr/>
        </p:nvSpPr>
        <p:spPr>
          <a:xfrm>
            <a:off x="3798570" y="4313277"/>
            <a:ext cx="28194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918" y="4963358"/>
            <a:ext cx="2350175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868918" y="5369838"/>
            <a:ext cx="6141363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Taille 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2 ou 4 octets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8918" y="5783342"/>
            <a:ext cx="6141363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Dépend de l'architecture système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8918" y="6196846"/>
            <a:ext cx="6141363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Type le plus couramment utilisé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409140" y="4188500"/>
            <a:ext cx="6563201" cy="2519958"/>
          </a:xfrm>
          <a:prstGeom prst="roundRect">
            <a:avLst>
              <a:gd name="adj" fmla="val 3134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32000" y="4211360"/>
            <a:ext cx="6517481" cy="563999"/>
          </a:xfrm>
          <a:prstGeom prst="roundRect">
            <a:avLst>
              <a:gd name="adj" fmla="val 9138"/>
            </a:avLst>
          </a:prstGeom>
          <a:solidFill>
            <a:srgbClr val="003180"/>
          </a:solidFill>
          <a:ln/>
        </p:spPr>
      </p:sp>
      <p:sp>
        <p:nvSpPr>
          <p:cNvPr id="26" name="Text 24"/>
          <p:cNvSpPr/>
          <p:nvPr/>
        </p:nvSpPr>
        <p:spPr>
          <a:xfrm>
            <a:off x="10549771" y="4313277"/>
            <a:ext cx="28194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620000" y="4963358"/>
            <a:ext cx="2350175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long int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7620000" y="5369838"/>
            <a:ext cx="6141482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Taille 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4 octets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620000" y="5783342"/>
            <a:ext cx="6141482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Signé : -2 147 483 648 à 2 147 483 647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620000" y="6196846"/>
            <a:ext cx="6141482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Pour les grandes valeurs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58058" y="6919913"/>
            <a:ext cx="13314283" cy="798790"/>
          </a:xfrm>
          <a:prstGeom prst="roundRect">
            <a:avLst>
              <a:gd name="adj" fmla="val 9886"/>
            </a:avLst>
          </a:prstGeom>
          <a:solidFill>
            <a:srgbClr val="001D4D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058" y="7203638"/>
            <a:ext cx="234910" cy="1880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268968" y="7154823"/>
            <a:ext cx="12515374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Versions unsigned 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Même taille mémoire, mais plage de valeurs uniquement positives, doublant ainsi la capacité maximale.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428" y="1158478"/>
            <a:ext cx="7555944" cy="1418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Échelle de valeurs : entiers signés vs non signés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428" y="3143607"/>
            <a:ext cx="2835831" cy="354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Entiers signés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428" y="3724870"/>
            <a:ext cx="3501271" cy="108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Permettent de représenter des valeurs négatives et positives, avec zéro au centre de la plage.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428" y="5018008"/>
            <a:ext cx="3501271" cy="726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Plage symétrique autour de zéro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428" y="5823347"/>
            <a:ext cx="3501271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Bit de signe utilisé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428" y="6265664"/>
            <a:ext cx="3501271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Valeurs négatives possibles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3143607"/>
            <a:ext cx="2835831" cy="354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Entiers non signés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342721" y="3724870"/>
            <a:ext cx="3501271" cy="1452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Utilisent tous les bits pour représenter uniquement des valeurs positives, doublant la capacité maximale.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5381030"/>
            <a:ext cx="3501271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Plage commence à zéro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5823347"/>
            <a:ext cx="3501271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Capacité maximale doublée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6265664"/>
            <a:ext cx="3501271" cy="726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Uniquement valeurs positives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597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695" y="3504367"/>
            <a:ext cx="10236279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Les types flottants : précision et taille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800695" y="4676775"/>
            <a:ext cx="4152424" cy="754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900"/>
              </a:lnSpc>
              <a:buNone/>
            </a:pPr>
            <a:r>
              <a:rPr lang="en-US" sz="5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5900" dirty="0"/>
          </a:p>
        </p:txBody>
      </p:sp>
      <p:sp>
        <p:nvSpPr>
          <p:cNvPr id="5" name="Text 2"/>
          <p:cNvSpPr/>
          <p:nvPr/>
        </p:nvSpPr>
        <p:spPr>
          <a:xfrm>
            <a:off x="1446967" y="5717619"/>
            <a:ext cx="2859762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float (octets)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800695" y="6212205"/>
            <a:ext cx="4152424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Précision : ~6 chiffres significatifs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00695" y="6715482"/>
            <a:ext cx="4152424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Plage : 3.4e-38 à 3.4e+38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0695" y="7218759"/>
            <a:ext cx="4152424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Suffisant pour la plupart des calculs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238988" y="4676775"/>
            <a:ext cx="4152424" cy="754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900"/>
              </a:lnSpc>
              <a:buNone/>
            </a:pPr>
            <a:r>
              <a:rPr lang="en-US" sz="5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8</a:t>
            </a:r>
            <a:endParaRPr lang="en-US" sz="5900" dirty="0"/>
          </a:p>
        </p:txBody>
      </p:sp>
      <p:sp>
        <p:nvSpPr>
          <p:cNvPr id="10" name="Text 7"/>
          <p:cNvSpPr/>
          <p:nvPr/>
        </p:nvSpPr>
        <p:spPr>
          <a:xfrm>
            <a:off x="5885259" y="5717619"/>
            <a:ext cx="2859762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double (octets)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5238988" y="6212205"/>
            <a:ext cx="4152424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Précision : ~15 chiffres significatifs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238988" y="6715482"/>
            <a:ext cx="4152424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Plage : 1.7e-308 à 1.7e+308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238988" y="7218759"/>
            <a:ext cx="4152424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Type par défaut pour les décimaux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677281" y="4676775"/>
            <a:ext cx="4152424" cy="754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900"/>
              </a:lnSpc>
              <a:buNone/>
            </a:pPr>
            <a:r>
              <a:rPr lang="en-US" sz="5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10</a:t>
            </a:r>
            <a:endParaRPr lang="en-US" sz="5900" dirty="0"/>
          </a:p>
        </p:txBody>
      </p:sp>
      <p:sp>
        <p:nvSpPr>
          <p:cNvPr id="15" name="Text 12"/>
          <p:cNvSpPr/>
          <p:nvPr/>
        </p:nvSpPr>
        <p:spPr>
          <a:xfrm>
            <a:off x="10323552" y="5717619"/>
            <a:ext cx="2859762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long double (octets)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9677281" y="6212205"/>
            <a:ext cx="4152424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Précision étendue selon système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677281" y="6715482"/>
            <a:ext cx="4152424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Utilisé pour calculs scientifiques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677281" y="7218759"/>
            <a:ext cx="4152424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Maximum de précision disponible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928" y="616029"/>
            <a:ext cx="11826597" cy="674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Déclaration et initialisation des variables en C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5928" y="1830824"/>
            <a:ext cx="3239929" cy="404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Syntaxe de base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55928" y="2478643"/>
            <a:ext cx="5613440" cy="3779044"/>
          </a:xfrm>
          <a:prstGeom prst="roundRect">
            <a:avLst>
              <a:gd name="adj" fmla="val 2401"/>
            </a:avLst>
          </a:prstGeom>
          <a:solidFill>
            <a:srgbClr val="162227"/>
          </a:solidFill>
          <a:ln/>
        </p:spPr>
      </p:sp>
      <p:sp>
        <p:nvSpPr>
          <p:cNvPr id="5" name="Shape 3"/>
          <p:cNvSpPr/>
          <p:nvPr/>
        </p:nvSpPr>
        <p:spPr>
          <a:xfrm>
            <a:off x="745212" y="2478643"/>
            <a:ext cx="5634871" cy="3779044"/>
          </a:xfrm>
          <a:prstGeom prst="roundRect">
            <a:avLst>
              <a:gd name="adj" fmla="val 857"/>
            </a:avLst>
          </a:prstGeom>
          <a:solidFill>
            <a:srgbClr val="162227"/>
          </a:solidFill>
          <a:ln/>
        </p:spPr>
      </p:sp>
      <p:sp>
        <p:nvSpPr>
          <p:cNvPr id="6" name="Text 4"/>
          <p:cNvSpPr/>
          <p:nvPr/>
        </p:nvSpPr>
        <p:spPr>
          <a:xfrm>
            <a:off x="961192" y="2640568"/>
            <a:ext cx="5202912" cy="3455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 nom_variable;int age;float taille;char initiale;// Avec initialisationint age = 30;float taille = 1.75;char initiale = 'A';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903958" y="1830824"/>
            <a:ext cx="3239929" cy="404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Règles importantes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4921" y="2485370"/>
            <a:ext cx="323969" cy="3239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05832" y="2478643"/>
            <a:ext cx="2699980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Noms sans espaces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605832" y="3032165"/>
            <a:ext cx="6276142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Utilisez underscores : ma_variable</a:t>
            </a:r>
            <a:endParaRPr lang="en-US" sz="17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4921" y="3816370"/>
            <a:ext cx="323969" cy="3239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05832" y="3809643"/>
            <a:ext cx="2699980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Pas de mots-clés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7605832" y="4363164"/>
            <a:ext cx="6276142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Évitez int, float, if, while, etc.</a:t>
            </a:r>
            <a:endParaRPr lang="en-US" sz="17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4921" y="5147370"/>
            <a:ext cx="323969" cy="3239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05832" y="5140643"/>
            <a:ext cx="2699980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Sensibles à la casse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7605832" y="5694164"/>
            <a:ext cx="6276142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age ≠ Age ≠ AGE</a:t>
            </a:r>
            <a:endParaRPr lang="en-US" sz="17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4921" y="6478369"/>
            <a:ext cx="323969" cy="3239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05832" y="6471642"/>
            <a:ext cx="2837259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Commencer par lettre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7605832" y="7025164"/>
            <a:ext cx="6276142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 underscore, jamais par chiffre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07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8655" y="525423"/>
            <a:ext cx="7806690" cy="1194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Exemple pratique : déclaration et affectation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68655" y="2006203"/>
            <a:ext cx="7806690" cy="4872752"/>
          </a:xfrm>
          <a:prstGeom prst="roundRect">
            <a:avLst>
              <a:gd name="adj" fmla="val 1647"/>
            </a:avLst>
          </a:prstGeom>
          <a:solidFill>
            <a:srgbClr val="162227"/>
          </a:solidFill>
          <a:ln/>
        </p:spPr>
      </p:sp>
      <p:sp>
        <p:nvSpPr>
          <p:cNvPr id="5" name="Shape 2"/>
          <p:cNvSpPr/>
          <p:nvPr/>
        </p:nvSpPr>
        <p:spPr>
          <a:xfrm>
            <a:off x="659130" y="2006203"/>
            <a:ext cx="7825740" cy="4872752"/>
          </a:xfrm>
          <a:prstGeom prst="roundRect">
            <a:avLst>
              <a:gd name="adj" fmla="val 588"/>
            </a:avLst>
          </a:prstGeom>
          <a:solidFill>
            <a:srgbClr val="162227"/>
          </a:solidFill>
          <a:ln/>
        </p:spPr>
      </p:sp>
      <p:sp>
        <p:nvSpPr>
          <p:cNvPr id="6" name="Text 3"/>
          <p:cNvSpPr/>
          <p:nvPr/>
        </p:nvSpPr>
        <p:spPr>
          <a:xfrm>
            <a:off x="850106" y="2149435"/>
            <a:ext cx="7443788" cy="458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Déclarations de variablesint compteur;float prix_unitaire;double resultat_calcul;char categorie;// Initialisationscompteur = 0;prix_unitaire = 19.99;resultat_calcul = 0.0;categorie = 'A';// Déclaration avec initialisationint quantite = 5;double total = quantite * prix_unitaire;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8655" y="7093863"/>
            <a:ext cx="7806690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Ce code illustre les différentes façons de déclarer et d'initialiser des variables en C, démontrant la flexibilité et la rigueur du langage.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" y="665083"/>
            <a:ext cx="9765387" cy="755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00"/>
              </a:lnSpc>
              <a:buNone/>
            </a:pPr>
            <a:r>
              <a:rPr lang="en-US" sz="4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Particularités et bonnes pratiques</a:t>
            </a:r>
            <a:endParaRPr lang="en-US" sz="4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5820" y="1903571"/>
            <a:ext cx="604123" cy="6041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5820" y="2809756"/>
            <a:ext cx="3067169" cy="37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Architecture système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845820" y="3332202"/>
            <a:ext cx="6318290" cy="1160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 taille des types dépend de l'architecture (16, 32, 64 bits). Un int peut occuper 2 ou 4 octets selon la plateforme cible.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6171" y="1903571"/>
            <a:ext cx="604123" cy="6041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66171" y="2809756"/>
            <a:ext cx="3020973" cy="37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Fonction sizeof()</a:t>
            </a:r>
            <a:endParaRPr lang="en-US" sz="2350" dirty="0"/>
          </a:p>
        </p:txBody>
      </p:sp>
      <p:sp>
        <p:nvSpPr>
          <p:cNvPr id="8" name="Text 4"/>
          <p:cNvSpPr/>
          <p:nvPr/>
        </p:nvSpPr>
        <p:spPr>
          <a:xfrm>
            <a:off x="7466171" y="3332202"/>
            <a:ext cx="6318409" cy="1160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Utilisez sizeof() pour connaître la taille exacte d'un type sur votre système : sizeof(int) retourne le nombre d'octets.</a:t>
            </a:r>
            <a:endParaRPr lang="en-US" sz="1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820" y="4975622"/>
            <a:ext cx="604123" cy="6041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5820" y="5881807"/>
            <a:ext cx="3020973" cy="37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Type booléen</a:t>
            </a:r>
            <a:endParaRPr lang="en-US" sz="2350" dirty="0"/>
          </a:p>
        </p:txBody>
      </p:sp>
      <p:sp>
        <p:nvSpPr>
          <p:cNvPr id="11" name="Text 6"/>
          <p:cNvSpPr/>
          <p:nvPr/>
        </p:nvSpPr>
        <p:spPr>
          <a:xfrm>
            <a:off x="845820" y="6404253"/>
            <a:ext cx="6318290" cy="773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Pas de type bool natif en C standard. Utilisez _Bool ou incluez stdbool.h pour true/false.</a:t>
            </a:r>
            <a:endParaRPr lang="en-US" sz="1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66171" y="4975622"/>
            <a:ext cx="604123" cy="6041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66171" y="5881807"/>
            <a:ext cx="3020973" cy="37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Optimisation</a:t>
            </a:r>
            <a:endParaRPr lang="en-US" sz="2350" dirty="0"/>
          </a:p>
        </p:txBody>
      </p:sp>
      <p:sp>
        <p:nvSpPr>
          <p:cNvPr id="14" name="Text 8"/>
          <p:cNvSpPr/>
          <p:nvPr/>
        </p:nvSpPr>
        <p:spPr>
          <a:xfrm>
            <a:off x="7466171" y="6404253"/>
            <a:ext cx="6318409" cy="1160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Choisissez le type adapté à vos besoins pour optimiser l'utilisation mémoire et les performances de votre programme.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3158" y="505420"/>
            <a:ext cx="8137684" cy="898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Maîtriser les types : clé d'une programmation C efficace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3158" y="1619488"/>
            <a:ext cx="8137684" cy="1418392"/>
          </a:xfrm>
          <a:prstGeom prst="roundRect">
            <a:avLst>
              <a:gd name="adj" fmla="val 425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4487" y="1770817"/>
            <a:ext cx="431244" cy="431244"/>
          </a:xfrm>
          <a:prstGeom prst="roundRect">
            <a:avLst>
              <a:gd name="adj" fmla="val 21201653"/>
            </a:avLst>
          </a:prstGeom>
          <a:solidFill>
            <a:srgbClr val="609D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3073" y="1889284"/>
            <a:ext cx="194072" cy="1940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4487" y="2345769"/>
            <a:ext cx="1797010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Éviter les erreurs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54487" y="2656523"/>
            <a:ext cx="7835027" cy="230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Comprendre les types permet d'éviter les dépassements de capacité et les erreurs de manipulation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03158" y="3181588"/>
            <a:ext cx="8137684" cy="1418392"/>
          </a:xfrm>
          <a:prstGeom prst="roundRect">
            <a:avLst>
              <a:gd name="adj" fmla="val 425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4487" y="3332917"/>
            <a:ext cx="431244" cy="431244"/>
          </a:xfrm>
          <a:prstGeom prst="roundRect">
            <a:avLst>
              <a:gd name="adj" fmla="val 21201653"/>
            </a:avLst>
          </a:prstGeom>
          <a:solidFill>
            <a:srgbClr val="609D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3073" y="3451384"/>
            <a:ext cx="194072" cy="1940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4487" y="3907869"/>
            <a:ext cx="1797010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Variables typées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54487" y="4218623"/>
            <a:ext cx="7835027" cy="230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Les variables sont des conteneurs typés, fondement de toute manipulation de données en C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03158" y="4743688"/>
            <a:ext cx="8137684" cy="1418392"/>
          </a:xfrm>
          <a:prstGeom prst="roundRect">
            <a:avLst>
              <a:gd name="adj" fmla="val 425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54487" y="4895017"/>
            <a:ext cx="431244" cy="431244"/>
          </a:xfrm>
          <a:prstGeom prst="roundRect">
            <a:avLst>
              <a:gd name="adj" fmla="val 21201653"/>
            </a:avLst>
          </a:prstGeom>
          <a:solidFill>
            <a:srgbClr val="609D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3073" y="5013484"/>
            <a:ext cx="194072" cy="1940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4487" y="5469969"/>
            <a:ext cx="1797010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Robustesse du code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54487" y="5780723"/>
            <a:ext cx="7835027" cy="230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 rigueur sur les types garantit la fiabilité et la maintenabilité de vos programmes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03158" y="6305788"/>
            <a:ext cx="8137684" cy="1418392"/>
          </a:xfrm>
          <a:prstGeom prst="roundRect">
            <a:avLst>
              <a:gd name="adj" fmla="val 425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54487" y="6457117"/>
            <a:ext cx="431244" cy="431244"/>
          </a:xfrm>
          <a:prstGeom prst="roundRect">
            <a:avLst>
              <a:gd name="adj" fmla="val 21201653"/>
            </a:avLst>
          </a:prstGeom>
          <a:solidFill>
            <a:srgbClr val="609DF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3073" y="6575584"/>
            <a:ext cx="194072" cy="1940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4487" y="7032069"/>
            <a:ext cx="1927741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Performance optimale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54487" y="7342823"/>
            <a:ext cx="7835027" cy="230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Explorez, testez et optimisez vos déclarations pour un code performant et efficace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2025-12-02T06:27:53Z</dcterms:created>
  <dcterms:modified xsi:type="dcterms:W3CDTF">2025-12-02T06:27:53Z</dcterms:modified>
</cp:coreProperties>
</file>