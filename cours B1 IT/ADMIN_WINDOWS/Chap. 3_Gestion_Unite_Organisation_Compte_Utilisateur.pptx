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87" r:id="rId5"/>
    <p:sldId id="365" r:id="rId6"/>
    <p:sldId id="342" r:id="rId7"/>
    <p:sldId id="360" r:id="rId8"/>
    <p:sldId id="361" r:id="rId9"/>
    <p:sldId id="362" r:id="rId10"/>
    <p:sldId id="363" r:id="rId11"/>
    <p:sldId id="366" r:id="rId12"/>
    <p:sldId id="364" r:id="rId13"/>
    <p:sldId id="367" r:id="rId14"/>
    <p:sldId id="368" r:id="rId15"/>
    <p:sldId id="369" r:id="rId16"/>
    <p:sldId id="370" r:id="rId17"/>
    <p:sldId id="371" r:id="rId18"/>
    <p:sldId id="372" r:id="rId19"/>
    <p:sldId id="373" r:id="rId20"/>
    <p:sldId id="374" r:id="rId21"/>
    <p:sldId id="375" r:id="rId22"/>
    <p:sldId id="376" r:id="rId23"/>
    <p:sldId id="377" r:id="rId24"/>
    <p:sldId id="378" r:id="rId25"/>
    <p:sldId id="379" r:id="rId26"/>
    <p:sldId id="380" r:id="rId27"/>
    <p:sldId id="381" r:id="rId28"/>
    <p:sldId id="382" r:id="rId29"/>
    <p:sldId id="383" r:id="rId30"/>
    <p:sldId id="384" r:id="rId31"/>
    <p:sldId id="385" r:id="rId32"/>
    <p:sldId id="386" r:id="rId33"/>
    <p:sldId id="387" r:id="rId34"/>
    <p:sldId id="285" r:id="rId35"/>
  </p:sldIdLst>
  <p:sldSz cx="12192000" cy="6858000"/>
  <p:notesSz cx="6858000" cy="9144000"/>
  <p:defaultTextStyle>
    <a:defPPr>
      <a:defRPr lang="fr-T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4660"/>
  </p:normalViewPr>
  <p:slideViewPr>
    <p:cSldViewPr snapToGrid="0">
      <p:cViewPr>
        <p:scale>
          <a:sx n="113" d="100"/>
          <a:sy n="113" d="100"/>
        </p:scale>
        <p:origin x="51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TG"/>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63F4AF-F936-4286-A3C7-6DD1E5630646}" type="datetimeFigureOut">
              <a:rPr lang="fr-TG" smtClean="0"/>
              <a:t>04/24/2024</a:t>
            </a:fld>
            <a:endParaRPr lang="fr-TG"/>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TG"/>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TG"/>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4BBB71-BF8E-47F9-AAA4-7F5250BE60AF}" type="slidenum">
              <a:rPr lang="fr-TG" smtClean="0"/>
              <a:t>‹N°›</a:t>
            </a:fld>
            <a:endParaRPr lang="fr-TG"/>
          </a:p>
        </p:txBody>
      </p:sp>
    </p:spTree>
    <p:extLst>
      <p:ext uri="{BB962C8B-B14F-4D97-AF65-F5344CB8AC3E}">
        <p14:creationId xmlns:p14="http://schemas.microsoft.com/office/powerpoint/2010/main" val="2727154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C782FC-82A4-E922-8F4E-7DC808E47468}"/>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TG"/>
          </a:p>
        </p:txBody>
      </p:sp>
      <p:sp>
        <p:nvSpPr>
          <p:cNvPr id="3" name="Sous-titre 2">
            <a:extLst>
              <a:ext uri="{FF2B5EF4-FFF2-40B4-BE49-F238E27FC236}">
                <a16:creationId xmlns:a16="http://schemas.microsoft.com/office/drawing/2014/main" id="{6B2F1957-3ACB-D5A2-0B53-03C4A49093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TG"/>
          </a:p>
        </p:txBody>
      </p:sp>
      <p:sp>
        <p:nvSpPr>
          <p:cNvPr id="4" name="Espace réservé de la date 3">
            <a:extLst>
              <a:ext uri="{FF2B5EF4-FFF2-40B4-BE49-F238E27FC236}">
                <a16:creationId xmlns:a16="http://schemas.microsoft.com/office/drawing/2014/main" id="{1EE29ACF-AB10-A6EF-9D5F-4D321236E4BF}"/>
              </a:ext>
            </a:extLst>
          </p:cNvPr>
          <p:cNvSpPr>
            <a:spLocks noGrp="1"/>
          </p:cNvSpPr>
          <p:nvPr>
            <p:ph type="dt" sz="half" idx="10"/>
          </p:nvPr>
        </p:nvSpPr>
        <p:spPr/>
        <p:txBody>
          <a:bodyPr/>
          <a:lstStyle/>
          <a:p>
            <a:fld id="{4181536A-99C9-43B1-9BEF-498F1201C7A2}" type="datetime1">
              <a:rPr lang="fr-TG" smtClean="0"/>
              <a:t>04/24/2024</a:t>
            </a:fld>
            <a:endParaRPr lang="fr-TG"/>
          </a:p>
        </p:txBody>
      </p:sp>
      <p:sp>
        <p:nvSpPr>
          <p:cNvPr id="5" name="Espace réservé du pied de page 4">
            <a:extLst>
              <a:ext uri="{FF2B5EF4-FFF2-40B4-BE49-F238E27FC236}">
                <a16:creationId xmlns:a16="http://schemas.microsoft.com/office/drawing/2014/main" id="{DA96F14B-859E-5132-78C4-87668DACC7F9}"/>
              </a:ext>
            </a:extLst>
          </p:cNvPr>
          <p:cNvSpPr>
            <a:spLocks noGrp="1"/>
          </p:cNvSpPr>
          <p:nvPr>
            <p:ph type="ftr" sz="quarter" idx="11"/>
          </p:nvPr>
        </p:nvSpPr>
        <p:spPr/>
        <p:txBody>
          <a:bodyPr/>
          <a:lstStyle/>
          <a:p>
            <a:endParaRPr lang="fr-TG"/>
          </a:p>
        </p:txBody>
      </p:sp>
      <p:sp>
        <p:nvSpPr>
          <p:cNvPr id="6" name="Espace réservé du numéro de diapositive 5">
            <a:extLst>
              <a:ext uri="{FF2B5EF4-FFF2-40B4-BE49-F238E27FC236}">
                <a16:creationId xmlns:a16="http://schemas.microsoft.com/office/drawing/2014/main" id="{21D0451C-890F-5E54-7907-EC794DD77093}"/>
              </a:ext>
            </a:extLst>
          </p:cNvPr>
          <p:cNvSpPr>
            <a:spLocks noGrp="1"/>
          </p:cNvSpPr>
          <p:nvPr>
            <p:ph type="sldNum" sz="quarter" idx="12"/>
          </p:nvPr>
        </p:nvSpPr>
        <p:spPr/>
        <p:txBody>
          <a:bodyPr/>
          <a:lstStyle/>
          <a:p>
            <a:fld id="{0C5F4B61-0767-4F53-A17E-BD53F46B3D0F}" type="slidenum">
              <a:rPr lang="fr-TG" smtClean="0"/>
              <a:t>‹N°›</a:t>
            </a:fld>
            <a:endParaRPr lang="fr-TG"/>
          </a:p>
        </p:txBody>
      </p:sp>
    </p:spTree>
    <p:extLst>
      <p:ext uri="{BB962C8B-B14F-4D97-AF65-F5344CB8AC3E}">
        <p14:creationId xmlns:p14="http://schemas.microsoft.com/office/powerpoint/2010/main" val="2527366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9634A0-0857-927C-1FE2-15A8995BA3E8}"/>
              </a:ext>
            </a:extLst>
          </p:cNvPr>
          <p:cNvSpPr>
            <a:spLocks noGrp="1"/>
          </p:cNvSpPr>
          <p:nvPr>
            <p:ph type="title"/>
          </p:nvPr>
        </p:nvSpPr>
        <p:spPr/>
        <p:txBody>
          <a:bodyPr/>
          <a:lstStyle/>
          <a:p>
            <a:r>
              <a:rPr lang="fr-FR"/>
              <a:t>Modifiez le style du titre</a:t>
            </a:r>
            <a:endParaRPr lang="fr-TG"/>
          </a:p>
        </p:txBody>
      </p:sp>
      <p:sp>
        <p:nvSpPr>
          <p:cNvPr id="3" name="Espace réservé du contenu 2">
            <a:extLst>
              <a:ext uri="{FF2B5EF4-FFF2-40B4-BE49-F238E27FC236}">
                <a16:creationId xmlns:a16="http://schemas.microsoft.com/office/drawing/2014/main" id="{61707109-B044-D37B-CA76-A2D885A0FB6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4" name="Espace réservé de la date 3">
            <a:extLst>
              <a:ext uri="{FF2B5EF4-FFF2-40B4-BE49-F238E27FC236}">
                <a16:creationId xmlns:a16="http://schemas.microsoft.com/office/drawing/2014/main" id="{487C3CA9-8560-5AEE-283C-A565B8470A34}"/>
              </a:ext>
            </a:extLst>
          </p:cNvPr>
          <p:cNvSpPr>
            <a:spLocks noGrp="1"/>
          </p:cNvSpPr>
          <p:nvPr>
            <p:ph type="dt" sz="half" idx="10"/>
          </p:nvPr>
        </p:nvSpPr>
        <p:spPr/>
        <p:txBody>
          <a:bodyPr/>
          <a:lstStyle/>
          <a:p>
            <a:fld id="{FEA6A1EB-07E8-4B53-9DD5-C15817E055AD}" type="datetime1">
              <a:rPr lang="fr-TG" smtClean="0"/>
              <a:t>04/24/2024</a:t>
            </a:fld>
            <a:endParaRPr lang="fr-TG"/>
          </a:p>
        </p:txBody>
      </p:sp>
      <p:sp>
        <p:nvSpPr>
          <p:cNvPr id="5" name="Espace réservé du pied de page 4">
            <a:extLst>
              <a:ext uri="{FF2B5EF4-FFF2-40B4-BE49-F238E27FC236}">
                <a16:creationId xmlns:a16="http://schemas.microsoft.com/office/drawing/2014/main" id="{2CB192E8-4FA9-6F89-63E4-1355C06D3802}"/>
              </a:ext>
            </a:extLst>
          </p:cNvPr>
          <p:cNvSpPr>
            <a:spLocks noGrp="1"/>
          </p:cNvSpPr>
          <p:nvPr>
            <p:ph type="ftr" sz="quarter" idx="11"/>
          </p:nvPr>
        </p:nvSpPr>
        <p:spPr/>
        <p:txBody>
          <a:bodyPr/>
          <a:lstStyle/>
          <a:p>
            <a:endParaRPr lang="fr-TG"/>
          </a:p>
        </p:txBody>
      </p:sp>
      <p:sp>
        <p:nvSpPr>
          <p:cNvPr id="6" name="Espace réservé du numéro de diapositive 5">
            <a:extLst>
              <a:ext uri="{FF2B5EF4-FFF2-40B4-BE49-F238E27FC236}">
                <a16:creationId xmlns:a16="http://schemas.microsoft.com/office/drawing/2014/main" id="{57FCDA96-DEC9-70BD-A02E-F854583BF544}"/>
              </a:ext>
            </a:extLst>
          </p:cNvPr>
          <p:cNvSpPr>
            <a:spLocks noGrp="1"/>
          </p:cNvSpPr>
          <p:nvPr>
            <p:ph type="sldNum" sz="quarter" idx="12"/>
          </p:nvPr>
        </p:nvSpPr>
        <p:spPr/>
        <p:txBody>
          <a:bodyPr/>
          <a:lstStyle/>
          <a:p>
            <a:fld id="{0C5F4B61-0767-4F53-A17E-BD53F46B3D0F}" type="slidenum">
              <a:rPr lang="fr-TG" smtClean="0"/>
              <a:t>‹N°›</a:t>
            </a:fld>
            <a:endParaRPr lang="fr-TG"/>
          </a:p>
        </p:txBody>
      </p:sp>
    </p:spTree>
    <p:extLst>
      <p:ext uri="{BB962C8B-B14F-4D97-AF65-F5344CB8AC3E}">
        <p14:creationId xmlns:p14="http://schemas.microsoft.com/office/powerpoint/2010/main" val="289253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9EFEF1-9DD3-DEF2-4581-0B9102B0F1D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TG"/>
          </a:p>
        </p:txBody>
      </p:sp>
      <p:sp>
        <p:nvSpPr>
          <p:cNvPr id="3" name="Espace réservé du texte 2">
            <a:extLst>
              <a:ext uri="{FF2B5EF4-FFF2-40B4-BE49-F238E27FC236}">
                <a16:creationId xmlns:a16="http://schemas.microsoft.com/office/drawing/2014/main" id="{92AA2964-2D3F-D52A-72E7-AC3091633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7225902-7B3C-C7F2-5D11-853B28D75A47}"/>
              </a:ext>
            </a:extLst>
          </p:cNvPr>
          <p:cNvSpPr>
            <a:spLocks noGrp="1"/>
          </p:cNvSpPr>
          <p:nvPr>
            <p:ph type="dt" sz="half" idx="10"/>
          </p:nvPr>
        </p:nvSpPr>
        <p:spPr/>
        <p:txBody>
          <a:bodyPr/>
          <a:lstStyle/>
          <a:p>
            <a:fld id="{0AFE0D88-6EB9-44EA-9F0A-8780A10622D8}" type="datetime1">
              <a:rPr lang="fr-TG" smtClean="0"/>
              <a:t>04/24/2024</a:t>
            </a:fld>
            <a:endParaRPr lang="fr-TG"/>
          </a:p>
        </p:txBody>
      </p:sp>
      <p:sp>
        <p:nvSpPr>
          <p:cNvPr id="5" name="Espace réservé du pied de page 4">
            <a:extLst>
              <a:ext uri="{FF2B5EF4-FFF2-40B4-BE49-F238E27FC236}">
                <a16:creationId xmlns:a16="http://schemas.microsoft.com/office/drawing/2014/main" id="{F7E8FCCB-C9E4-7F8A-5A13-23BB6A17A800}"/>
              </a:ext>
            </a:extLst>
          </p:cNvPr>
          <p:cNvSpPr>
            <a:spLocks noGrp="1"/>
          </p:cNvSpPr>
          <p:nvPr>
            <p:ph type="ftr" sz="quarter" idx="11"/>
          </p:nvPr>
        </p:nvSpPr>
        <p:spPr/>
        <p:txBody>
          <a:bodyPr/>
          <a:lstStyle/>
          <a:p>
            <a:endParaRPr lang="fr-TG"/>
          </a:p>
        </p:txBody>
      </p:sp>
      <p:sp>
        <p:nvSpPr>
          <p:cNvPr id="6" name="Espace réservé du numéro de diapositive 5">
            <a:extLst>
              <a:ext uri="{FF2B5EF4-FFF2-40B4-BE49-F238E27FC236}">
                <a16:creationId xmlns:a16="http://schemas.microsoft.com/office/drawing/2014/main" id="{40F0302C-0019-38EE-40DE-3A9658C945DB}"/>
              </a:ext>
            </a:extLst>
          </p:cNvPr>
          <p:cNvSpPr>
            <a:spLocks noGrp="1"/>
          </p:cNvSpPr>
          <p:nvPr>
            <p:ph type="sldNum" sz="quarter" idx="12"/>
          </p:nvPr>
        </p:nvSpPr>
        <p:spPr/>
        <p:txBody>
          <a:bodyPr/>
          <a:lstStyle/>
          <a:p>
            <a:fld id="{0C5F4B61-0767-4F53-A17E-BD53F46B3D0F}" type="slidenum">
              <a:rPr lang="fr-TG" smtClean="0"/>
              <a:t>‹N°›</a:t>
            </a:fld>
            <a:endParaRPr lang="fr-TG"/>
          </a:p>
        </p:txBody>
      </p:sp>
    </p:spTree>
    <p:extLst>
      <p:ext uri="{BB962C8B-B14F-4D97-AF65-F5344CB8AC3E}">
        <p14:creationId xmlns:p14="http://schemas.microsoft.com/office/powerpoint/2010/main" val="3856393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2FC62E-7B21-50EA-4897-71B5F7A851BE}"/>
              </a:ext>
            </a:extLst>
          </p:cNvPr>
          <p:cNvSpPr>
            <a:spLocks noGrp="1"/>
          </p:cNvSpPr>
          <p:nvPr>
            <p:ph type="title"/>
          </p:nvPr>
        </p:nvSpPr>
        <p:spPr/>
        <p:txBody>
          <a:bodyPr/>
          <a:lstStyle/>
          <a:p>
            <a:r>
              <a:rPr lang="fr-FR"/>
              <a:t>Modifiez le style du titre</a:t>
            </a:r>
            <a:endParaRPr lang="fr-TG"/>
          </a:p>
        </p:txBody>
      </p:sp>
      <p:sp>
        <p:nvSpPr>
          <p:cNvPr id="3" name="Espace réservé du contenu 2">
            <a:extLst>
              <a:ext uri="{FF2B5EF4-FFF2-40B4-BE49-F238E27FC236}">
                <a16:creationId xmlns:a16="http://schemas.microsoft.com/office/drawing/2014/main" id="{AFE1E072-2033-FB56-C962-C97B3D2CFA8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4" name="Espace réservé du contenu 3">
            <a:extLst>
              <a:ext uri="{FF2B5EF4-FFF2-40B4-BE49-F238E27FC236}">
                <a16:creationId xmlns:a16="http://schemas.microsoft.com/office/drawing/2014/main" id="{749B6FFA-F14C-9CA9-B3ED-A91BFFA4F1F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5" name="Espace réservé de la date 4">
            <a:extLst>
              <a:ext uri="{FF2B5EF4-FFF2-40B4-BE49-F238E27FC236}">
                <a16:creationId xmlns:a16="http://schemas.microsoft.com/office/drawing/2014/main" id="{3C43D15C-95C9-F745-D5BC-D25323C7F6E2}"/>
              </a:ext>
            </a:extLst>
          </p:cNvPr>
          <p:cNvSpPr>
            <a:spLocks noGrp="1"/>
          </p:cNvSpPr>
          <p:nvPr>
            <p:ph type="dt" sz="half" idx="10"/>
          </p:nvPr>
        </p:nvSpPr>
        <p:spPr/>
        <p:txBody>
          <a:bodyPr/>
          <a:lstStyle/>
          <a:p>
            <a:fld id="{85C59FAA-8C8F-4C45-8294-30C5EB163CB6}" type="datetime1">
              <a:rPr lang="fr-TG" smtClean="0"/>
              <a:t>04/24/2024</a:t>
            </a:fld>
            <a:endParaRPr lang="fr-TG"/>
          </a:p>
        </p:txBody>
      </p:sp>
      <p:sp>
        <p:nvSpPr>
          <p:cNvPr id="6" name="Espace réservé du pied de page 5">
            <a:extLst>
              <a:ext uri="{FF2B5EF4-FFF2-40B4-BE49-F238E27FC236}">
                <a16:creationId xmlns:a16="http://schemas.microsoft.com/office/drawing/2014/main" id="{A5406202-DE74-EBA8-7C9C-10CAA46B40DC}"/>
              </a:ext>
            </a:extLst>
          </p:cNvPr>
          <p:cNvSpPr>
            <a:spLocks noGrp="1"/>
          </p:cNvSpPr>
          <p:nvPr>
            <p:ph type="ftr" sz="quarter" idx="11"/>
          </p:nvPr>
        </p:nvSpPr>
        <p:spPr/>
        <p:txBody>
          <a:bodyPr/>
          <a:lstStyle/>
          <a:p>
            <a:endParaRPr lang="fr-TG"/>
          </a:p>
        </p:txBody>
      </p:sp>
      <p:sp>
        <p:nvSpPr>
          <p:cNvPr id="7" name="Espace réservé du numéro de diapositive 6">
            <a:extLst>
              <a:ext uri="{FF2B5EF4-FFF2-40B4-BE49-F238E27FC236}">
                <a16:creationId xmlns:a16="http://schemas.microsoft.com/office/drawing/2014/main" id="{145F956C-FB49-45AC-4F97-0133F3E92EF0}"/>
              </a:ext>
            </a:extLst>
          </p:cNvPr>
          <p:cNvSpPr>
            <a:spLocks noGrp="1"/>
          </p:cNvSpPr>
          <p:nvPr>
            <p:ph type="sldNum" sz="quarter" idx="12"/>
          </p:nvPr>
        </p:nvSpPr>
        <p:spPr/>
        <p:txBody>
          <a:bodyPr/>
          <a:lstStyle/>
          <a:p>
            <a:fld id="{0C5F4B61-0767-4F53-A17E-BD53F46B3D0F}" type="slidenum">
              <a:rPr lang="fr-TG" smtClean="0"/>
              <a:t>‹N°›</a:t>
            </a:fld>
            <a:endParaRPr lang="fr-TG"/>
          </a:p>
        </p:txBody>
      </p:sp>
    </p:spTree>
    <p:extLst>
      <p:ext uri="{BB962C8B-B14F-4D97-AF65-F5344CB8AC3E}">
        <p14:creationId xmlns:p14="http://schemas.microsoft.com/office/powerpoint/2010/main" val="1987595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C4198B-4CE4-20C6-1FBC-A687AD4D386D}"/>
              </a:ext>
            </a:extLst>
          </p:cNvPr>
          <p:cNvSpPr>
            <a:spLocks noGrp="1"/>
          </p:cNvSpPr>
          <p:nvPr>
            <p:ph type="title"/>
          </p:nvPr>
        </p:nvSpPr>
        <p:spPr>
          <a:xfrm>
            <a:off x="839788" y="365125"/>
            <a:ext cx="10515600" cy="1325563"/>
          </a:xfrm>
        </p:spPr>
        <p:txBody>
          <a:bodyPr/>
          <a:lstStyle/>
          <a:p>
            <a:r>
              <a:rPr lang="fr-FR"/>
              <a:t>Modifiez le style du titre</a:t>
            </a:r>
            <a:endParaRPr lang="fr-TG"/>
          </a:p>
        </p:txBody>
      </p:sp>
      <p:sp>
        <p:nvSpPr>
          <p:cNvPr id="3" name="Espace réservé du texte 2">
            <a:extLst>
              <a:ext uri="{FF2B5EF4-FFF2-40B4-BE49-F238E27FC236}">
                <a16:creationId xmlns:a16="http://schemas.microsoft.com/office/drawing/2014/main" id="{3BDDA5DF-5FFA-E5C2-72DE-1576EFC252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3A034A07-7E96-E441-D2CC-F3610E2E56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5" name="Espace réservé du texte 4">
            <a:extLst>
              <a:ext uri="{FF2B5EF4-FFF2-40B4-BE49-F238E27FC236}">
                <a16:creationId xmlns:a16="http://schemas.microsoft.com/office/drawing/2014/main" id="{2FCFD8C6-46BA-4A0E-690D-2BB4F91A5D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2D4F32B-C5CF-6BCE-AF33-2CC0AE86CC3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7" name="Espace réservé de la date 6">
            <a:extLst>
              <a:ext uri="{FF2B5EF4-FFF2-40B4-BE49-F238E27FC236}">
                <a16:creationId xmlns:a16="http://schemas.microsoft.com/office/drawing/2014/main" id="{4D59E323-48CC-8CF6-9B3A-D3CF21C9A4BF}"/>
              </a:ext>
            </a:extLst>
          </p:cNvPr>
          <p:cNvSpPr>
            <a:spLocks noGrp="1"/>
          </p:cNvSpPr>
          <p:nvPr>
            <p:ph type="dt" sz="half" idx="10"/>
          </p:nvPr>
        </p:nvSpPr>
        <p:spPr/>
        <p:txBody>
          <a:bodyPr/>
          <a:lstStyle/>
          <a:p>
            <a:fld id="{3370F5C4-7753-42B8-80EA-B9909F21221C}" type="datetime1">
              <a:rPr lang="fr-TG" smtClean="0"/>
              <a:t>04/24/2024</a:t>
            </a:fld>
            <a:endParaRPr lang="fr-TG"/>
          </a:p>
        </p:txBody>
      </p:sp>
      <p:sp>
        <p:nvSpPr>
          <p:cNvPr id="8" name="Espace réservé du pied de page 7">
            <a:extLst>
              <a:ext uri="{FF2B5EF4-FFF2-40B4-BE49-F238E27FC236}">
                <a16:creationId xmlns:a16="http://schemas.microsoft.com/office/drawing/2014/main" id="{A06066F0-6DFA-01B7-4B64-6747F08427E6}"/>
              </a:ext>
            </a:extLst>
          </p:cNvPr>
          <p:cNvSpPr>
            <a:spLocks noGrp="1"/>
          </p:cNvSpPr>
          <p:nvPr>
            <p:ph type="ftr" sz="quarter" idx="11"/>
          </p:nvPr>
        </p:nvSpPr>
        <p:spPr/>
        <p:txBody>
          <a:bodyPr/>
          <a:lstStyle/>
          <a:p>
            <a:endParaRPr lang="fr-TG"/>
          </a:p>
        </p:txBody>
      </p:sp>
      <p:sp>
        <p:nvSpPr>
          <p:cNvPr id="9" name="Espace réservé du numéro de diapositive 8">
            <a:extLst>
              <a:ext uri="{FF2B5EF4-FFF2-40B4-BE49-F238E27FC236}">
                <a16:creationId xmlns:a16="http://schemas.microsoft.com/office/drawing/2014/main" id="{9072EBDC-012C-5639-B74D-41E79B999BA0}"/>
              </a:ext>
            </a:extLst>
          </p:cNvPr>
          <p:cNvSpPr>
            <a:spLocks noGrp="1"/>
          </p:cNvSpPr>
          <p:nvPr>
            <p:ph type="sldNum" sz="quarter" idx="12"/>
          </p:nvPr>
        </p:nvSpPr>
        <p:spPr/>
        <p:txBody>
          <a:bodyPr/>
          <a:lstStyle/>
          <a:p>
            <a:fld id="{0C5F4B61-0767-4F53-A17E-BD53F46B3D0F}" type="slidenum">
              <a:rPr lang="fr-TG" smtClean="0"/>
              <a:t>‹N°›</a:t>
            </a:fld>
            <a:endParaRPr lang="fr-TG"/>
          </a:p>
        </p:txBody>
      </p:sp>
    </p:spTree>
    <p:extLst>
      <p:ext uri="{BB962C8B-B14F-4D97-AF65-F5344CB8AC3E}">
        <p14:creationId xmlns:p14="http://schemas.microsoft.com/office/powerpoint/2010/main" val="2058878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1AE486-9947-CB2C-E933-8EAD33900471}"/>
              </a:ext>
            </a:extLst>
          </p:cNvPr>
          <p:cNvSpPr>
            <a:spLocks noGrp="1"/>
          </p:cNvSpPr>
          <p:nvPr>
            <p:ph type="title"/>
          </p:nvPr>
        </p:nvSpPr>
        <p:spPr/>
        <p:txBody>
          <a:bodyPr/>
          <a:lstStyle/>
          <a:p>
            <a:r>
              <a:rPr lang="fr-FR"/>
              <a:t>Modifiez le style du titre</a:t>
            </a:r>
            <a:endParaRPr lang="fr-TG"/>
          </a:p>
        </p:txBody>
      </p:sp>
      <p:sp>
        <p:nvSpPr>
          <p:cNvPr id="3" name="Espace réservé de la date 2">
            <a:extLst>
              <a:ext uri="{FF2B5EF4-FFF2-40B4-BE49-F238E27FC236}">
                <a16:creationId xmlns:a16="http://schemas.microsoft.com/office/drawing/2014/main" id="{B72AC9F3-A57B-CC76-ED43-A640940E6E47}"/>
              </a:ext>
            </a:extLst>
          </p:cNvPr>
          <p:cNvSpPr>
            <a:spLocks noGrp="1"/>
          </p:cNvSpPr>
          <p:nvPr>
            <p:ph type="dt" sz="half" idx="10"/>
          </p:nvPr>
        </p:nvSpPr>
        <p:spPr/>
        <p:txBody>
          <a:bodyPr/>
          <a:lstStyle/>
          <a:p>
            <a:fld id="{0D29E407-7718-4D9E-B51C-B089CFFBAB24}" type="datetime1">
              <a:rPr lang="fr-TG" smtClean="0"/>
              <a:t>04/24/2024</a:t>
            </a:fld>
            <a:endParaRPr lang="fr-TG"/>
          </a:p>
        </p:txBody>
      </p:sp>
      <p:sp>
        <p:nvSpPr>
          <p:cNvPr id="4" name="Espace réservé du pied de page 3">
            <a:extLst>
              <a:ext uri="{FF2B5EF4-FFF2-40B4-BE49-F238E27FC236}">
                <a16:creationId xmlns:a16="http://schemas.microsoft.com/office/drawing/2014/main" id="{C2FB07FE-4552-DBCF-4133-2379ED3AA47C}"/>
              </a:ext>
            </a:extLst>
          </p:cNvPr>
          <p:cNvSpPr>
            <a:spLocks noGrp="1"/>
          </p:cNvSpPr>
          <p:nvPr>
            <p:ph type="ftr" sz="quarter" idx="11"/>
          </p:nvPr>
        </p:nvSpPr>
        <p:spPr/>
        <p:txBody>
          <a:bodyPr/>
          <a:lstStyle/>
          <a:p>
            <a:endParaRPr lang="fr-TG"/>
          </a:p>
        </p:txBody>
      </p:sp>
      <p:sp>
        <p:nvSpPr>
          <p:cNvPr id="5" name="Espace réservé du numéro de diapositive 4">
            <a:extLst>
              <a:ext uri="{FF2B5EF4-FFF2-40B4-BE49-F238E27FC236}">
                <a16:creationId xmlns:a16="http://schemas.microsoft.com/office/drawing/2014/main" id="{6DB207BF-96E0-D199-9B46-663B8FB5D56E}"/>
              </a:ext>
            </a:extLst>
          </p:cNvPr>
          <p:cNvSpPr>
            <a:spLocks noGrp="1"/>
          </p:cNvSpPr>
          <p:nvPr>
            <p:ph type="sldNum" sz="quarter" idx="12"/>
          </p:nvPr>
        </p:nvSpPr>
        <p:spPr/>
        <p:txBody>
          <a:bodyPr/>
          <a:lstStyle/>
          <a:p>
            <a:fld id="{0C5F4B61-0767-4F53-A17E-BD53F46B3D0F}" type="slidenum">
              <a:rPr lang="fr-TG" smtClean="0"/>
              <a:t>‹N°›</a:t>
            </a:fld>
            <a:endParaRPr lang="fr-TG"/>
          </a:p>
        </p:txBody>
      </p:sp>
    </p:spTree>
    <p:extLst>
      <p:ext uri="{BB962C8B-B14F-4D97-AF65-F5344CB8AC3E}">
        <p14:creationId xmlns:p14="http://schemas.microsoft.com/office/powerpoint/2010/main" val="2147631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AE9058D-AFD5-93B4-2E8D-AD99D8AFF226}"/>
              </a:ext>
            </a:extLst>
          </p:cNvPr>
          <p:cNvSpPr>
            <a:spLocks noGrp="1"/>
          </p:cNvSpPr>
          <p:nvPr>
            <p:ph type="dt" sz="half" idx="10"/>
          </p:nvPr>
        </p:nvSpPr>
        <p:spPr/>
        <p:txBody>
          <a:bodyPr/>
          <a:lstStyle/>
          <a:p>
            <a:fld id="{F7ECDD4F-485A-40B4-91C8-39800C7FA8CB}" type="datetime1">
              <a:rPr lang="fr-TG" smtClean="0"/>
              <a:t>04/24/2024</a:t>
            </a:fld>
            <a:endParaRPr lang="fr-TG"/>
          </a:p>
        </p:txBody>
      </p:sp>
      <p:sp>
        <p:nvSpPr>
          <p:cNvPr id="3" name="Espace réservé du pied de page 2">
            <a:extLst>
              <a:ext uri="{FF2B5EF4-FFF2-40B4-BE49-F238E27FC236}">
                <a16:creationId xmlns:a16="http://schemas.microsoft.com/office/drawing/2014/main" id="{8F154E34-5FAD-50CF-B12F-C876DEA79CBB}"/>
              </a:ext>
            </a:extLst>
          </p:cNvPr>
          <p:cNvSpPr>
            <a:spLocks noGrp="1"/>
          </p:cNvSpPr>
          <p:nvPr>
            <p:ph type="ftr" sz="quarter" idx="11"/>
          </p:nvPr>
        </p:nvSpPr>
        <p:spPr/>
        <p:txBody>
          <a:bodyPr/>
          <a:lstStyle/>
          <a:p>
            <a:endParaRPr lang="fr-TG"/>
          </a:p>
        </p:txBody>
      </p:sp>
      <p:sp>
        <p:nvSpPr>
          <p:cNvPr id="4" name="Espace réservé du numéro de diapositive 3">
            <a:extLst>
              <a:ext uri="{FF2B5EF4-FFF2-40B4-BE49-F238E27FC236}">
                <a16:creationId xmlns:a16="http://schemas.microsoft.com/office/drawing/2014/main" id="{29ADD475-FDEC-2D82-4979-3D0720B814DC}"/>
              </a:ext>
            </a:extLst>
          </p:cNvPr>
          <p:cNvSpPr>
            <a:spLocks noGrp="1"/>
          </p:cNvSpPr>
          <p:nvPr>
            <p:ph type="sldNum" sz="quarter" idx="12"/>
          </p:nvPr>
        </p:nvSpPr>
        <p:spPr/>
        <p:txBody>
          <a:bodyPr/>
          <a:lstStyle/>
          <a:p>
            <a:fld id="{0C5F4B61-0767-4F53-A17E-BD53F46B3D0F}" type="slidenum">
              <a:rPr lang="fr-TG" smtClean="0"/>
              <a:t>‹N°›</a:t>
            </a:fld>
            <a:endParaRPr lang="fr-TG"/>
          </a:p>
        </p:txBody>
      </p:sp>
    </p:spTree>
    <p:extLst>
      <p:ext uri="{BB962C8B-B14F-4D97-AF65-F5344CB8AC3E}">
        <p14:creationId xmlns:p14="http://schemas.microsoft.com/office/powerpoint/2010/main" val="2102287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24C734-2D25-D9D2-A3F6-352E6D2106C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TG"/>
          </a:p>
        </p:txBody>
      </p:sp>
      <p:sp>
        <p:nvSpPr>
          <p:cNvPr id="3" name="Espace réservé du contenu 2">
            <a:extLst>
              <a:ext uri="{FF2B5EF4-FFF2-40B4-BE49-F238E27FC236}">
                <a16:creationId xmlns:a16="http://schemas.microsoft.com/office/drawing/2014/main" id="{A3DF5498-FDA1-8412-3EC9-E22E6BBD85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4" name="Espace réservé du texte 3">
            <a:extLst>
              <a:ext uri="{FF2B5EF4-FFF2-40B4-BE49-F238E27FC236}">
                <a16:creationId xmlns:a16="http://schemas.microsoft.com/office/drawing/2014/main" id="{4BBBE446-309C-BC28-5090-F43741283E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76FD0BA-9B84-22BF-BAF5-41F3A44822FE}"/>
              </a:ext>
            </a:extLst>
          </p:cNvPr>
          <p:cNvSpPr>
            <a:spLocks noGrp="1"/>
          </p:cNvSpPr>
          <p:nvPr>
            <p:ph type="dt" sz="half" idx="10"/>
          </p:nvPr>
        </p:nvSpPr>
        <p:spPr/>
        <p:txBody>
          <a:bodyPr/>
          <a:lstStyle/>
          <a:p>
            <a:fld id="{8D0D24B2-3FDC-46EE-B118-B8FD7DE2ABA3}" type="datetime1">
              <a:rPr lang="fr-TG" smtClean="0"/>
              <a:t>04/24/2024</a:t>
            </a:fld>
            <a:endParaRPr lang="fr-TG"/>
          </a:p>
        </p:txBody>
      </p:sp>
      <p:sp>
        <p:nvSpPr>
          <p:cNvPr id="6" name="Espace réservé du pied de page 5">
            <a:extLst>
              <a:ext uri="{FF2B5EF4-FFF2-40B4-BE49-F238E27FC236}">
                <a16:creationId xmlns:a16="http://schemas.microsoft.com/office/drawing/2014/main" id="{26830432-4C6D-483A-A744-15A53DAFD6D9}"/>
              </a:ext>
            </a:extLst>
          </p:cNvPr>
          <p:cNvSpPr>
            <a:spLocks noGrp="1"/>
          </p:cNvSpPr>
          <p:nvPr>
            <p:ph type="ftr" sz="quarter" idx="11"/>
          </p:nvPr>
        </p:nvSpPr>
        <p:spPr/>
        <p:txBody>
          <a:bodyPr/>
          <a:lstStyle/>
          <a:p>
            <a:endParaRPr lang="fr-TG"/>
          </a:p>
        </p:txBody>
      </p:sp>
      <p:sp>
        <p:nvSpPr>
          <p:cNvPr id="7" name="Espace réservé du numéro de diapositive 6">
            <a:extLst>
              <a:ext uri="{FF2B5EF4-FFF2-40B4-BE49-F238E27FC236}">
                <a16:creationId xmlns:a16="http://schemas.microsoft.com/office/drawing/2014/main" id="{26881447-059B-4FB7-55AA-C780E6C5EE63}"/>
              </a:ext>
            </a:extLst>
          </p:cNvPr>
          <p:cNvSpPr>
            <a:spLocks noGrp="1"/>
          </p:cNvSpPr>
          <p:nvPr>
            <p:ph type="sldNum" sz="quarter" idx="12"/>
          </p:nvPr>
        </p:nvSpPr>
        <p:spPr/>
        <p:txBody>
          <a:bodyPr/>
          <a:lstStyle/>
          <a:p>
            <a:fld id="{0C5F4B61-0767-4F53-A17E-BD53F46B3D0F}" type="slidenum">
              <a:rPr lang="fr-TG" smtClean="0"/>
              <a:t>‹N°›</a:t>
            </a:fld>
            <a:endParaRPr lang="fr-TG"/>
          </a:p>
        </p:txBody>
      </p:sp>
    </p:spTree>
    <p:extLst>
      <p:ext uri="{BB962C8B-B14F-4D97-AF65-F5344CB8AC3E}">
        <p14:creationId xmlns:p14="http://schemas.microsoft.com/office/powerpoint/2010/main" val="1259698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99E33D-1807-BDEE-C96D-894EE0F32B2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TG"/>
          </a:p>
        </p:txBody>
      </p:sp>
      <p:sp>
        <p:nvSpPr>
          <p:cNvPr id="3" name="Espace réservé pour une image  2">
            <a:extLst>
              <a:ext uri="{FF2B5EF4-FFF2-40B4-BE49-F238E27FC236}">
                <a16:creationId xmlns:a16="http://schemas.microsoft.com/office/drawing/2014/main" id="{9061A600-C3FC-CF2D-0D2A-6D0A92C788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TG"/>
          </a:p>
        </p:txBody>
      </p:sp>
      <p:sp>
        <p:nvSpPr>
          <p:cNvPr id="4" name="Espace réservé du texte 3">
            <a:extLst>
              <a:ext uri="{FF2B5EF4-FFF2-40B4-BE49-F238E27FC236}">
                <a16:creationId xmlns:a16="http://schemas.microsoft.com/office/drawing/2014/main" id="{F6089D1C-42B3-15D1-4975-E239872213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9E6068C-A782-9983-B530-36171EC6DF8E}"/>
              </a:ext>
            </a:extLst>
          </p:cNvPr>
          <p:cNvSpPr>
            <a:spLocks noGrp="1"/>
          </p:cNvSpPr>
          <p:nvPr>
            <p:ph type="dt" sz="half" idx="10"/>
          </p:nvPr>
        </p:nvSpPr>
        <p:spPr/>
        <p:txBody>
          <a:bodyPr/>
          <a:lstStyle/>
          <a:p>
            <a:fld id="{1347C582-98AB-459F-9EFB-AB996E70DC2F}" type="datetime1">
              <a:rPr lang="fr-TG" smtClean="0"/>
              <a:t>04/24/2024</a:t>
            </a:fld>
            <a:endParaRPr lang="fr-TG"/>
          </a:p>
        </p:txBody>
      </p:sp>
      <p:sp>
        <p:nvSpPr>
          <p:cNvPr id="6" name="Espace réservé du pied de page 5">
            <a:extLst>
              <a:ext uri="{FF2B5EF4-FFF2-40B4-BE49-F238E27FC236}">
                <a16:creationId xmlns:a16="http://schemas.microsoft.com/office/drawing/2014/main" id="{556B049A-DC42-33D2-B3F4-2ACB150A086C}"/>
              </a:ext>
            </a:extLst>
          </p:cNvPr>
          <p:cNvSpPr>
            <a:spLocks noGrp="1"/>
          </p:cNvSpPr>
          <p:nvPr>
            <p:ph type="ftr" sz="quarter" idx="11"/>
          </p:nvPr>
        </p:nvSpPr>
        <p:spPr/>
        <p:txBody>
          <a:bodyPr/>
          <a:lstStyle/>
          <a:p>
            <a:endParaRPr lang="fr-TG"/>
          </a:p>
        </p:txBody>
      </p:sp>
      <p:sp>
        <p:nvSpPr>
          <p:cNvPr id="7" name="Espace réservé du numéro de diapositive 6">
            <a:extLst>
              <a:ext uri="{FF2B5EF4-FFF2-40B4-BE49-F238E27FC236}">
                <a16:creationId xmlns:a16="http://schemas.microsoft.com/office/drawing/2014/main" id="{3163B1C2-3084-1B07-23FE-72002E26A0D1}"/>
              </a:ext>
            </a:extLst>
          </p:cNvPr>
          <p:cNvSpPr>
            <a:spLocks noGrp="1"/>
          </p:cNvSpPr>
          <p:nvPr>
            <p:ph type="sldNum" sz="quarter" idx="12"/>
          </p:nvPr>
        </p:nvSpPr>
        <p:spPr/>
        <p:txBody>
          <a:bodyPr/>
          <a:lstStyle/>
          <a:p>
            <a:fld id="{0C5F4B61-0767-4F53-A17E-BD53F46B3D0F}" type="slidenum">
              <a:rPr lang="fr-TG" smtClean="0"/>
              <a:t>‹N°›</a:t>
            </a:fld>
            <a:endParaRPr lang="fr-TG"/>
          </a:p>
        </p:txBody>
      </p:sp>
    </p:spTree>
    <p:extLst>
      <p:ext uri="{BB962C8B-B14F-4D97-AF65-F5344CB8AC3E}">
        <p14:creationId xmlns:p14="http://schemas.microsoft.com/office/powerpoint/2010/main" val="2610605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B7416D-89FB-A03E-C939-0FE2D4037C65}"/>
              </a:ext>
            </a:extLst>
          </p:cNvPr>
          <p:cNvSpPr>
            <a:spLocks noGrp="1"/>
          </p:cNvSpPr>
          <p:nvPr>
            <p:ph type="title"/>
          </p:nvPr>
        </p:nvSpPr>
        <p:spPr/>
        <p:txBody>
          <a:bodyPr/>
          <a:lstStyle/>
          <a:p>
            <a:r>
              <a:rPr lang="fr-FR"/>
              <a:t>Modifiez le style du titre</a:t>
            </a:r>
            <a:endParaRPr lang="fr-TG"/>
          </a:p>
        </p:txBody>
      </p:sp>
      <p:sp>
        <p:nvSpPr>
          <p:cNvPr id="3" name="Espace réservé du texte vertical 2">
            <a:extLst>
              <a:ext uri="{FF2B5EF4-FFF2-40B4-BE49-F238E27FC236}">
                <a16:creationId xmlns:a16="http://schemas.microsoft.com/office/drawing/2014/main" id="{7B74CB64-F322-9CFB-72D9-6C7AB16BE08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4" name="Espace réservé de la date 3">
            <a:extLst>
              <a:ext uri="{FF2B5EF4-FFF2-40B4-BE49-F238E27FC236}">
                <a16:creationId xmlns:a16="http://schemas.microsoft.com/office/drawing/2014/main" id="{C428ABD6-7256-3C58-F88A-46CD1CB71702}"/>
              </a:ext>
            </a:extLst>
          </p:cNvPr>
          <p:cNvSpPr>
            <a:spLocks noGrp="1"/>
          </p:cNvSpPr>
          <p:nvPr>
            <p:ph type="dt" sz="half" idx="10"/>
          </p:nvPr>
        </p:nvSpPr>
        <p:spPr/>
        <p:txBody>
          <a:bodyPr/>
          <a:lstStyle/>
          <a:p>
            <a:fld id="{B1EB853A-6373-4C08-BF74-2A92ABB72149}" type="datetime1">
              <a:rPr lang="fr-TG" smtClean="0"/>
              <a:t>04/24/2024</a:t>
            </a:fld>
            <a:endParaRPr lang="fr-TG"/>
          </a:p>
        </p:txBody>
      </p:sp>
      <p:sp>
        <p:nvSpPr>
          <p:cNvPr id="5" name="Espace réservé du pied de page 4">
            <a:extLst>
              <a:ext uri="{FF2B5EF4-FFF2-40B4-BE49-F238E27FC236}">
                <a16:creationId xmlns:a16="http://schemas.microsoft.com/office/drawing/2014/main" id="{A3E4195D-4A0D-A359-AD0E-CD4DB19C3126}"/>
              </a:ext>
            </a:extLst>
          </p:cNvPr>
          <p:cNvSpPr>
            <a:spLocks noGrp="1"/>
          </p:cNvSpPr>
          <p:nvPr>
            <p:ph type="ftr" sz="quarter" idx="11"/>
          </p:nvPr>
        </p:nvSpPr>
        <p:spPr/>
        <p:txBody>
          <a:bodyPr/>
          <a:lstStyle/>
          <a:p>
            <a:endParaRPr lang="fr-TG"/>
          </a:p>
        </p:txBody>
      </p:sp>
      <p:sp>
        <p:nvSpPr>
          <p:cNvPr id="6" name="Espace réservé du numéro de diapositive 5">
            <a:extLst>
              <a:ext uri="{FF2B5EF4-FFF2-40B4-BE49-F238E27FC236}">
                <a16:creationId xmlns:a16="http://schemas.microsoft.com/office/drawing/2014/main" id="{4BC71475-2588-9D6B-2479-FDCAEB38DAC2}"/>
              </a:ext>
            </a:extLst>
          </p:cNvPr>
          <p:cNvSpPr>
            <a:spLocks noGrp="1"/>
          </p:cNvSpPr>
          <p:nvPr>
            <p:ph type="sldNum" sz="quarter" idx="12"/>
          </p:nvPr>
        </p:nvSpPr>
        <p:spPr/>
        <p:txBody>
          <a:bodyPr/>
          <a:lstStyle/>
          <a:p>
            <a:fld id="{0C5F4B61-0767-4F53-A17E-BD53F46B3D0F}" type="slidenum">
              <a:rPr lang="fr-TG" smtClean="0"/>
              <a:t>‹N°›</a:t>
            </a:fld>
            <a:endParaRPr lang="fr-TG"/>
          </a:p>
        </p:txBody>
      </p:sp>
    </p:spTree>
    <p:extLst>
      <p:ext uri="{BB962C8B-B14F-4D97-AF65-F5344CB8AC3E}">
        <p14:creationId xmlns:p14="http://schemas.microsoft.com/office/powerpoint/2010/main" val="323330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8C5E0C4F-75FF-F631-21FD-E522840FB064}"/>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TG"/>
          </a:p>
        </p:txBody>
      </p:sp>
      <p:sp>
        <p:nvSpPr>
          <p:cNvPr id="3" name="Espace réservé du texte vertical 2">
            <a:extLst>
              <a:ext uri="{FF2B5EF4-FFF2-40B4-BE49-F238E27FC236}">
                <a16:creationId xmlns:a16="http://schemas.microsoft.com/office/drawing/2014/main" id="{9C497C83-D5C2-F192-80DF-59A41D64125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4" name="Espace réservé de la date 3">
            <a:extLst>
              <a:ext uri="{FF2B5EF4-FFF2-40B4-BE49-F238E27FC236}">
                <a16:creationId xmlns:a16="http://schemas.microsoft.com/office/drawing/2014/main" id="{E6A7C19B-DDE3-3C43-FD6C-F6CFB60BB4BB}"/>
              </a:ext>
            </a:extLst>
          </p:cNvPr>
          <p:cNvSpPr>
            <a:spLocks noGrp="1"/>
          </p:cNvSpPr>
          <p:nvPr>
            <p:ph type="dt" sz="half" idx="10"/>
          </p:nvPr>
        </p:nvSpPr>
        <p:spPr/>
        <p:txBody>
          <a:bodyPr/>
          <a:lstStyle/>
          <a:p>
            <a:fld id="{70B61D67-F6D4-4456-89C2-47FF160532E3}" type="datetime1">
              <a:rPr lang="fr-TG" smtClean="0"/>
              <a:t>04/24/2024</a:t>
            </a:fld>
            <a:endParaRPr lang="fr-TG"/>
          </a:p>
        </p:txBody>
      </p:sp>
      <p:sp>
        <p:nvSpPr>
          <p:cNvPr id="5" name="Espace réservé du pied de page 4">
            <a:extLst>
              <a:ext uri="{FF2B5EF4-FFF2-40B4-BE49-F238E27FC236}">
                <a16:creationId xmlns:a16="http://schemas.microsoft.com/office/drawing/2014/main" id="{E1515728-5D18-E30B-C723-93035B40B9C5}"/>
              </a:ext>
            </a:extLst>
          </p:cNvPr>
          <p:cNvSpPr>
            <a:spLocks noGrp="1"/>
          </p:cNvSpPr>
          <p:nvPr>
            <p:ph type="ftr" sz="quarter" idx="11"/>
          </p:nvPr>
        </p:nvSpPr>
        <p:spPr/>
        <p:txBody>
          <a:bodyPr/>
          <a:lstStyle/>
          <a:p>
            <a:endParaRPr lang="fr-TG"/>
          </a:p>
        </p:txBody>
      </p:sp>
      <p:sp>
        <p:nvSpPr>
          <p:cNvPr id="6" name="Espace réservé du numéro de diapositive 5">
            <a:extLst>
              <a:ext uri="{FF2B5EF4-FFF2-40B4-BE49-F238E27FC236}">
                <a16:creationId xmlns:a16="http://schemas.microsoft.com/office/drawing/2014/main" id="{CA09F868-EB9B-4640-1EEE-586B0BFFDAC2}"/>
              </a:ext>
            </a:extLst>
          </p:cNvPr>
          <p:cNvSpPr>
            <a:spLocks noGrp="1"/>
          </p:cNvSpPr>
          <p:nvPr>
            <p:ph type="sldNum" sz="quarter" idx="12"/>
          </p:nvPr>
        </p:nvSpPr>
        <p:spPr/>
        <p:txBody>
          <a:bodyPr/>
          <a:lstStyle/>
          <a:p>
            <a:fld id="{0C5F4B61-0767-4F53-A17E-BD53F46B3D0F}" type="slidenum">
              <a:rPr lang="fr-TG" smtClean="0"/>
              <a:t>‹N°›</a:t>
            </a:fld>
            <a:endParaRPr lang="fr-TG"/>
          </a:p>
        </p:txBody>
      </p:sp>
    </p:spTree>
    <p:extLst>
      <p:ext uri="{BB962C8B-B14F-4D97-AF65-F5344CB8AC3E}">
        <p14:creationId xmlns:p14="http://schemas.microsoft.com/office/powerpoint/2010/main" val="3043053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70AB8FB-E427-D6CF-AF63-8890199AF9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TG"/>
          </a:p>
        </p:txBody>
      </p:sp>
      <p:sp>
        <p:nvSpPr>
          <p:cNvPr id="3" name="Espace réservé du texte 2">
            <a:extLst>
              <a:ext uri="{FF2B5EF4-FFF2-40B4-BE49-F238E27FC236}">
                <a16:creationId xmlns:a16="http://schemas.microsoft.com/office/drawing/2014/main" id="{630F19C9-61EB-1746-1AB3-E2DDC64FCB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4" name="Espace réservé de la date 3">
            <a:extLst>
              <a:ext uri="{FF2B5EF4-FFF2-40B4-BE49-F238E27FC236}">
                <a16:creationId xmlns:a16="http://schemas.microsoft.com/office/drawing/2014/main" id="{748F1FF7-A6B5-A409-C634-EBBCFC08A7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DEA4F4-82B8-40E4-85B8-C269DEA8F16B}" type="datetime1">
              <a:rPr lang="fr-TG" smtClean="0"/>
              <a:t>04/24/2024</a:t>
            </a:fld>
            <a:endParaRPr lang="fr-TG"/>
          </a:p>
        </p:txBody>
      </p:sp>
      <p:sp>
        <p:nvSpPr>
          <p:cNvPr id="5" name="Espace réservé du pied de page 4">
            <a:extLst>
              <a:ext uri="{FF2B5EF4-FFF2-40B4-BE49-F238E27FC236}">
                <a16:creationId xmlns:a16="http://schemas.microsoft.com/office/drawing/2014/main" id="{7D3A4B03-D7E1-FF28-C77E-2ECADB8282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TG"/>
          </a:p>
        </p:txBody>
      </p:sp>
      <p:sp>
        <p:nvSpPr>
          <p:cNvPr id="6" name="Espace réservé du numéro de diapositive 5">
            <a:extLst>
              <a:ext uri="{FF2B5EF4-FFF2-40B4-BE49-F238E27FC236}">
                <a16:creationId xmlns:a16="http://schemas.microsoft.com/office/drawing/2014/main" id="{38525EA8-4D13-7C3A-C77E-893ECFFFAE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5F4B61-0767-4F53-A17E-BD53F46B3D0F}" type="slidenum">
              <a:rPr lang="fr-TG" smtClean="0"/>
              <a:t>‹N°›</a:t>
            </a:fld>
            <a:endParaRPr lang="fr-TG"/>
          </a:p>
        </p:txBody>
      </p:sp>
    </p:spTree>
    <p:extLst>
      <p:ext uri="{BB962C8B-B14F-4D97-AF65-F5344CB8AC3E}">
        <p14:creationId xmlns:p14="http://schemas.microsoft.com/office/powerpoint/2010/main" val="2404048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T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312B7E-8D35-6E2F-891A-C5CD4816627E}"/>
              </a:ext>
            </a:extLst>
          </p:cNvPr>
          <p:cNvSpPr>
            <a:spLocks noGrp="1"/>
          </p:cNvSpPr>
          <p:nvPr>
            <p:ph type="ctrTitle"/>
          </p:nvPr>
        </p:nvSpPr>
        <p:spPr>
          <a:xfrm>
            <a:off x="561540" y="2552813"/>
            <a:ext cx="10911292" cy="1613892"/>
          </a:xfrm>
        </p:spPr>
        <p:txBody>
          <a:bodyPr>
            <a:noAutofit/>
          </a:bodyPr>
          <a:lstStyle/>
          <a:p>
            <a:r>
              <a:rPr lang="fr-FR" sz="3200" b="1" dirty="0">
                <a:solidFill>
                  <a:schemeClr val="accent2"/>
                </a:solidFill>
                <a:latin typeface="Arial" panose="020B0604020202020204" pitchFamily="34" charset="0"/>
                <a:cs typeface="Arial" panose="020B0604020202020204" pitchFamily="34" charset="0"/>
              </a:rPr>
              <a:t>GESTION DES OBJETS AD DS : </a:t>
            </a:r>
            <a:br>
              <a:rPr lang="fr-FR" sz="3200" b="1" dirty="0">
                <a:solidFill>
                  <a:schemeClr val="accent2"/>
                </a:solidFill>
                <a:latin typeface="Arial" panose="020B0604020202020204" pitchFamily="34" charset="0"/>
                <a:cs typeface="Arial" panose="020B0604020202020204" pitchFamily="34" charset="0"/>
              </a:rPr>
            </a:br>
            <a:r>
              <a:rPr lang="fr-FR" sz="3200" b="1" dirty="0">
                <a:solidFill>
                  <a:schemeClr val="accent2"/>
                </a:solidFill>
                <a:latin typeface="Arial" panose="020B0604020202020204" pitchFamily="34" charset="0"/>
                <a:cs typeface="Arial" panose="020B0604020202020204" pitchFamily="34" charset="0"/>
              </a:rPr>
              <a:t>UNITE D’ORGANISATION, UTILISATEURS, GROUPE</a:t>
            </a:r>
            <a:endParaRPr lang="fr-TG" sz="3200" dirty="0">
              <a:solidFill>
                <a:schemeClr val="accent4">
                  <a:lumMod val="50000"/>
                </a:schemeClr>
              </a:solidFill>
              <a:latin typeface="Arial" panose="020B0604020202020204" pitchFamily="34" charset="0"/>
              <a:cs typeface="Arial" panose="020B0604020202020204" pitchFamily="34" charset="0"/>
            </a:endParaRPr>
          </a:p>
        </p:txBody>
      </p:sp>
      <p:sp>
        <p:nvSpPr>
          <p:cNvPr id="3" name="Sous-titre 2">
            <a:extLst>
              <a:ext uri="{FF2B5EF4-FFF2-40B4-BE49-F238E27FC236}">
                <a16:creationId xmlns:a16="http://schemas.microsoft.com/office/drawing/2014/main" id="{3D5B6CDC-CF29-49B2-3103-F2F72AA53B49}"/>
              </a:ext>
            </a:extLst>
          </p:cNvPr>
          <p:cNvSpPr>
            <a:spLocks noGrp="1"/>
          </p:cNvSpPr>
          <p:nvPr>
            <p:ph type="subTitle" idx="1"/>
          </p:nvPr>
        </p:nvSpPr>
        <p:spPr>
          <a:xfrm>
            <a:off x="4661647" y="5546771"/>
            <a:ext cx="2868706" cy="1239509"/>
          </a:xfrm>
        </p:spPr>
        <p:txBody>
          <a:bodyPr>
            <a:normAutofit fontScale="92500"/>
          </a:bodyPr>
          <a:lstStyle/>
          <a:p>
            <a:r>
              <a:rPr lang="fr-FR" b="1" dirty="0">
                <a:latin typeface="Arial" panose="020B0604020202020204" pitchFamily="34" charset="0"/>
                <a:cs typeface="Arial" panose="020B0604020202020204" pitchFamily="34" charset="0"/>
              </a:rPr>
              <a:t>Préparé par </a:t>
            </a:r>
          </a:p>
          <a:p>
            <a:r>
              <a:rPr lang="fr-FR" b="1" i="1" dirty="0">
                <a:solidFill>
                  <a:srgbClr val="0070C0"/>
                </a:solidFill>
                <a:latin typeface="Arial" panose="020B0604020202020204" pitchFamily="34" charset="0"/>
                <a:cs typeface="Arial" panose="020B0604020202020204" pitchFamily="34" charset="0"/>
              </a:rPr>
              <a:t>Abasse KPEGOUNI</a:t>
            </a:r>
          </a:p>
          <a:p>
            <a:r>
              <a:rPr lang="fr-FR" sz="1500" b="1" i="1" dirty="0">
                <a:solidFill>
                  <a:srgbClr val="0070C0"/>
                </a:solidFill>
                <a:latin typeface="Arial" panose="020B0604020202020204" pitchFamily="34" charset="0"/>
                <a:cs typeface="Arial" panose="020B0604020202020204" pitchFamily="34" charset="0"/>
              </a:rPr>
              <a:t>Ingénieur Systèmes &amp; Réseaux</a:t>
            </a:r>
            <a:endParaRPr lang="fr-TG" sz="1500" i="1" dirty="0">
              <a:solidFill>
                <a:srgbClr val="0070C0"/>
              </a:solidFill>
              <a:latin typeface="Arial" panose="020B0604020202020204" pitchFamily="34" charset="0"/>
              <a:cs typeface="Arial" panose="020B0604020202020204" pitchFamily="34" charset="0"/>
            </a:endParaRPr>
          </a:p>
        </p:txBody>
      </p:sp>
      <p:cxnSp>
        <p:nvCxnSpPr>
          <p:cNvPr id="5" name="Connecteur droit 4">
            <a:extLst>
              <a:ext uri="{FF2B5EF4-FFF2-40B4-BE49-F238E27FC236}">
                <a16:creationId xmlns:a16="http://schemas.microsoft.com/office/drawing/2014/main" id="{71C45B6B-C448-346F-6355-2C23081F559B}"/>
              </a:ext>
            </a:extLst>
          </p:cNvPr>
          <p:cNvCxnSpPr/>
          <p:nvPr/>
        </p:nvCxnSpPr>
        <p:spPr>
          <a:xfrm>
            <a:off x="699247" y="2707341"/>
            <a:ext cx="10676965" cy="0"/>
          </a:xfrm>
          <a:prstGeom prst="line">
            <a:avLst/>
          </a:prstGeom>
          <a:ln w="38100"/>
        </p:spPr>
        <p:style>
          <a:lnRef idx="3">
            <a:schemeClr val="accent3"/>
          </a:lnRef>
          <a:fillRef idx="0">
            <a:schemeClr val="accent3"/>
          </a:fillRef>
          <a:effectRef idx="2">
            <a:schemeClr val="accent3"/>
          </a:effectRef>
          <a:fontRef idx="minor">
            <a:schemeClr val="tx1"/>
          </a:fontRef>
        </p:style>
      </p:cxnSp>
      <p:cxnSp>
        <p:nvCxnSpPr>
          <p:cNvPr id="6" name="Connecteur droit 5">
            <a:extLst>
              <a:ext uri="{FF2B5EF4-FFF2-40B4-BE49-F238E27FC236}">
                <a16:creationId xmlns:a16="http://schemas.microsoft.com/office/drawing/2014/main" id="{D880426B-8F27-D195-7453-BB7576A9211C}"/>
              </a:ext>
            </a:extLst>
          </p:cNvPr>
          <p:cNvCxnSpPr/>
          <p:nvPr/>
        </p:nvCxnSpPr>
        <p:spPr>
          <a:xfrm>
            <a:off x="676835" y="4166704"/>
            <a:ext cx="10676965" cy="0"/>
          </a:xfrm>
          <a:prstGeom prst="line">
            <a:avLst/>
          </a:prstGeom>
          <a:ln w="38100"/>
        </p:spPr>
        <p:style>
          <a:lnRef idx="3">
            <a:schemeClr val="accent3"/>
          </a:lnRef>
          <a:fillRef idx="0">
            <a:schemeClr val="accent3"/>
          </a:fillRef>
          <a:effectRef idx="2">
            <a:schemeClr val="accent3"/>
          </a:effectRef>
          <a:fontRef idx="minor">
            <a:schemeClr val="tx1"/>
          </a:fontRef>
        </p:style>
      </p:cxnSp>
      <p:pic>
        <p:nvPicPr>
          <p:cNvPr id="7" name="Image 6">
            <a:extLst>
              <a:ext uri="{FF2B5EF4-FFF2-40B4-BE49-F238E27FC236}">
                <a16:creationId xmlns:a16="http://schemas.microsoft.com/office/drawing/2014/main" id="{2A30B460-51BA-EC08-CB16-2F511F6CAA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8565" y="1189925"/>
            <a:ext cx="2658118" cy="969854"/>
          </a:xfrm>
          <a:prstGeom prst="rect">
            <a:avLst/>
          </a:prstGeom>
        </p:spPr>
      </p:pic>
      <p:sp>
        <p:nvSpPr>
          <p:cNvPr id="8" name="Sous-titre 2">
            <a:extLst>
              <a:ext uri="{FF2B5EF4-FFF2-40B4-BE49-F238E27FC236}">
                <a16:creationId xmlns:a16="http://schemas.microsoft.com/office/drawing/2014/main" id="{680A9359-A826-A1AB-337F-989B0394F4DF}"/>
              </a:ext>
            </a:extLst>
          </p:cNvPr>
          <p:cNvSpPr txBox="1">
            <a:spLocks/>
          </p:cNvSpPr>
          <p:nvPr/>
        </p:nvSpPr>
        <p:spPr>
          <a:xfrm>
            <a:off x="334122" y="1009720"/>
            <a:ext cx="4157196" cy="1063625"/>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a:pPr>
            <a:endParaRPr lang="fr-FR" b="1" dirty="0">
              <a:latin typeface="Arial" panose="020B0604020202020204" pitchFamily="34" charset="0"/>
              <a:cs typeface="Arial" panose="020B0604020202020204" pitchFamily="34" charset="0"/>
            </a:endParaRPr>
          </a:p>
          <a:p>
            <a:pPr>
              <a:defRPr/>
            </a:pPr>
            <a:r>
              <a:rPr lang="fr-FR" b="1" dirty="0">
                <a:latin typeface="Arial" panose="020B0604020202020204" pitchFamily="34" charset="0"/>
                <a:cs typeface="Arial" panose="020B0604020202020204" pitchFamily="34" charset="0"/>
              </a:rPr>
              <a:t>Base de l’Administration Windows</a:t>
            </a:r>
          </a:p>
          <a:p>
            <a:pPr>
              <a:defRPr/>
            </a:pPr>
            <a:r>
              <a:rPr lang="fr-FR" dirty="0">
                <a:latin typeface="Arial" panose="020B0604020202020204" pitchFamily="34" charset="0"/>
                <a:cs typeface="Arial" panose="020B0604020202020204" pitchFamily="34" charset="0"/>
              </a:rPr>
              <a:t>1</a:t>
            </a:r>
            <a:r>
              <a:rPr lang="fr-FR" baseline="30000" dirty="0">
                <a:latin typeface="Arial" panose="020B0604020202020204" pitchFamily="34" charset="0"/>
                <a:cs typeface="Arial" panose="020B0604020202020204" pitchFamily="34" charset="0"/>
              </a:rPr>
              <a:t>ème</a:t>
            </a:r>
            <a:r>
              <a:rPr lang="fr-FR" dirty="0">
                <a:latin typeface="Arial" panose="020B0604020202020204" pitchFamily="34" charset="0"/>
                <a:cs typeface="Arial" panose="020B0604020202020204" pitchFamily="34" charset="0"/>
              </a:rPr>
              <a:t> Année (IT_B1A et IT_B1B)</a:t>
            </a:r>
            <a:endParaRPr lang="fr-TG" dirty="0">
              <a:latin typeface="Arial" panose="020B0604020202020204" pitchFamily="34" charset="0"/>
              <a:cs typeface="Arial" panose="020B0604020202020204" pitchFamily="34" charset="0"/>
            </a:endParaRPr>
          </a:p>
        </p:txBody>
      </p:sp>
      <p:sp>
        <p:nvSpPr>
          <p:cNvPr id="11" name="Espace réservé du numéro de diapositive 10">
            <a:extLst>
              <a:ext uri="{FF2B5EF4-FFF2-40B4-BE49-F238E27FC236}">
                <a16:creationId xmlns:a16="http://schemas.microsoft.com/office/drawing/2014/main" id="{90EA853F-6B38-F6B2-DD12-33C65236A7A2}"/>
              </a:ext>
            </a:extLst>
          </p:cNvPr>
          <p:cNvSpPr>
            <a:spLocks noGrp="1"/>
          </p:cNvSpPr>
          <p:nvPr>
            <p:ph type="sldNum" sz="quarter" idx="12"/>
          </p:nvPr>
        </p:nvSpPr>
        <p:spPr/>
        <p:txBody>
          <a:bodyPr/>
          <a:lstStyle/>
          <a:p>
            <a:fld id="{0C5F4B61-0767-4F53-A17E-BD53F46B3D0F}" type="slidenum">
              <a:rPr lang="fr-TG" smtClean="0"/>
              <a:t>1</a:t>
            </a:fld>
            <a:endParaRPr lang="fr-TG" dirty="0"/>
          </a:p>
        </p:txBody>
      </p:sp>
    </p:spTree>
    <p:extLst>
      <p:ext uri="{BB962C8B-B14F-4D97-AF65-F5344CB8AC3E}">
        <p14:creationId xmlns:p14="http://schemas.microsoft.com/office/powerpoint/2010/main" val="423675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b="1" dirty="0"/>
              <a:t>Objectifs</a:t>
            </a:r>
            <a:br>
              <a:rPr lang="fr-FR" sz="2800" dirty="0"/>
            </a:br>
            <a:r>
              <a:rPr lang="fr-FR" sz="2800" dirty="0">
                <a:solidFill>
                  <a:schemeClr val="accent2"/>
                </a:solidFill>
              </a:rPr>
              <a:t>Gestion des objets AD DS</a:t>
            </a:r>
            <a:endParaRPr lang="fr-TG" sz="2800" dirty="0">
              <a:solidFill>
                <a:schemeClr val="accent2"/>
              </a:solidFill>
            </a:endParaRPr>
          </a:p>
        </p:txBody>
      </p:sp>
      <p:sp>
        <p:nvSpPr>
          <p:cNvPr id="3" name="Espace réservé du contenu 2">
            <a:extLst>
              <a:ext uri="{FF2B5EF4-FFF2-40B4-BE49-F238E27FC236}">
                <a16:creationId xmlns:a16="http://schemas.microsoft.com/office/drawing/2014/main" id="{870D644E-4349-C433-FC47-CE5707B96EC8}"/>
              </a:ext>
            </a:extLst>
          </p:cNvPr>
          <p:cNvSpPr>
            <a:spLocks noGrp="1"/>
          </p:cNvSpPr>
          <p:nvPr>
            <p:ph idx="1"/>
          </p:nvPr>
        </p:nvSpPr>
        <p:spPr>
          <a:xfrm>
            <a:off x="376518" y="1027753"/>
            <a:ext cx="11412070" cy="4969635"/>
          </a:xfrm>
        </p:spPr>
        <p:txBody>
          <a:bodyPr>
            <a:normAutofit/>
          </a:bodyPr>
          <a:lstStyle/>
          <a:p>
            <a:pPr marL="0" indent="0" algn="just">
              <a:buNone/>
            </a:pPr>
            <a:r>
              <a:rPr lang="fr-FR" b="1" dirty="0"/>
              <a:t>A la fin de ce cours, l’étudiant doit être capable de </a:t>
            </a:r>
            <a:r>
              <a:rPr lang="fr-FR" dirty="0"/>
              <a:t>:</a:t>
            </a:r>
          </a:p>
          <a:p>
            <a:pPr marL="0" indent="0" algn="just">
              <a:buNone/>
            </a:pPr>
            <a:endParaRPr lang="fr-FR" dirty="0"/>
          </a:p>
          <a:p>
            <a:pPr lvl="1" algn="just"/>
            <a:r>
              <a:rPr lang="fr-FR" sz="2800" dirty="0"/>
              <a:t>Comprendre la notion d’objet Active Directory</a:t>
            </a:r>
          </a:p>
          <a:p>
            <a:pPr lvl="1" algn="just"/>
            <a:endParaRPr lang="fr-FR" sz="2800" dirty="0"/>
          </a:p>
          <a:p>
            <a:pPr lvl="1" algn="just"/>
            <a:r>
              <a:rPr lang="fr-FR" sz="2800" dirty="0"/>
              <a:t>Créer des unités organisationnelles</a:t>
            </a:r>
          </a:p>
          <a:p>
            <a:pPr lvl="1" algn="just"/>
            <a:endParaRPr lang="fr-FR" sz="2800" dirty="0"/>
          </a:p>
          <a:p>
            <a:pPr lvl="1" algn="just"/>
            <a:r>
              <a:rPr lang="fr-FR" sz="2800" dirty="0"/>
              <a:t>Créer les utilisateurs et les intégrer dans un domaine Active Directory</a:t>
            </a:r>
          </a:p>
          <a:p>
            <a:pPr lvl="1" algn="just"/>
            <a:endParaRPr lang="fr-FR" sz="2800" dirty="0"/>
          </a:p>
          <a:p>
            <a:pPr lvl="1" algn="just"/>
            <a:r>
              <a:rPr lang="fr-FR" sz="2800" dirty="0"/>
              <a:t>Créer des groupes Actives Directory</a:t>
            </a:r>
          </a:p>
          <a:p>
            <a:pPr lvl="1" algn="just"/>
            <a:endParaRPr lang="fr-FR" sz="2800" dirty="0"/>
          </a:p>
          <a:p>
            <a:pPr lvl="1" algn="just"/>
            <a:endParaRPr lang="fr-TG" sz="2400" dirty="0"/>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2</a:t>
            </a:fld>
            <a:endParaRPr lang="fr-TG"/>
          </a:p>
        </p:txBody>
      </p:sp>
    </p:spTree>
    <p:extLst>
      <p:ext uri="{BB962C8B-B14F-4D97-AF65-F5344CB8AC3E}">
        <p14:creationId xmlns:p14="http://schemas.microsoft.com/office/powerpoint/2010/main" val="3688999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312B7E-8D35-6E2F-891A-C5CD4816627E}"/>
              </a:ext>
            </a:extLst>
          </p:cNvPr>
          <p:cNvSpPr>
            <a:spLocks noGrp="1"/>
          </p:cNvSpPr>
          <p:nvPr>
            <p:ph type="ctrTitle"/>
          </p:nvPr>
        </p:nvSpPr>
        <p:spPr>
          <a:xfrm>
            <a:off x="699247" y="2633242"/>
            <a:ext cx="10793506" cy="1591516"/>
          </a:xfrm>
        </p:spPr>
        <p:txBody>
          <a:bodyPr>
            <a:noAutofit/>
          </a:bodyPr>
          <a:lstStyle/>
          <a:p>
            <a:r>
              <a:rPr lang="fr-FR" sz="3200" b="1" dirty="0">
                <a:solidFill>
                  <a:schemeClr val="accent4">
                    <a:lumMod val="50000"/>
                  </a:schemeClr>
                </a:solidFill>
                <a:latin typeface="Arial" panose="020B0604020202020204" pitchFamily="34" charset="0"/>
                <a:cs typeface="Arial" panose="020B0604020202020204" pitchFamily="34" charset="0"/>
              </a:rPr>
              <a:t>Gestion des objets AD DS</a:t>
            </a:r>
            <a:br>
              <a:rPr lang="fr-FR" sz="3200" b="1" dirty="0">
                <a:solidFill>
                  <a:schemeClr val="accent4">
                    <a:lumMod val="50000"/>
                  </a:schemeClr>
                </a:solidFill>
                <a:latin typeface="Arial" panose="020B0604020202020204" pitchFamily="34" charset="0"/>
                <a:cs typeface="Arial" panose="020B0604020202020204" pitchFamily="34" charset="0"/>
              </a:rPr>
            </a:br>
            <a:br>
              <a:rPr lang="fr-FR" sz="3200" dirty="0">
                <a:latin typeface="Arial" panose="020B0604020202020204" pitchFamily="34" charset="0"/>
                <a:cs typeface="Arial" panose="020B0604020202020204" pitchFamily="34" charset="0"/>
              </a:rPr>
            </a:br>
            <a:r>
              <a:rPr lang="fr-FR" sz="3200" b="1" dirty="0">
                <a:solidFill>
                  <a:schemeClr val="accent2"/>
                </a:solidFill>
                <a:latin typeface="Arial" panose="020B0604020202020204" pitchFamily="34" charset="0"/>
                <a:cs typeface="Arial" panose="020B0604020202020204" pitchFamily="34" charset="0"/>
              </a:rPr>
              <a:t>Introduction</a:t>
            </a:r>
            <a:endParaRPr lang="fr-TG" sz="3200" b="1" dirty="0">
              <a:solidFill>
                <a:schemeClr val="accent2"/>
              </a:solidFill>
              <a:latin typeface="Arial" panose="020B0604020202020204" pitchFamily="34" charset="0"/>
              <a:cs typeface="Arial" panose="020B0604020202020204" pitchFamily="34" charset="0"/>
            </a:endParaRPr>
          </a:p>
        </p:txBody>
      </p:sp>
      <p:cxnSp>
        <p:nvCxnSpPr>
          <p:cNvPr id="5" name="Connecteur droit 4">
            <a:extLst>
              <a:ext uri="{FF2B5EF4-FFF2-40B4-BE49-F238E27FC236}">
                <a16:creationId xmlns:a16="http://schemas.microsoft.com/office/drawing/2014/main" id="{71C45B6B-C448-346F-6355-2C23081F559B}"/>
              </a:ext>
            </a:extLst>
          </p:cNvPr>
          <p:cNvCxnSpPr/>
          <p:nvPr/>
        </p:nvCxnSpPr>
        <p:spPr>
          <a:xfrm>
            <a:off x="699247" y="2707341"/>
            <a:ext cx="10676965" cy="0"/>
          </a:xfrm>
          <a:prstGeom prst="line">
            <a:avLst/>
          </a:prstGeom>
          <a:ln w="38100"/>
        </p:spPr>
        <p:style>
          <a:lnRef idx="3">
            <a:schemeClr val="accent3"/>
          </a:lnRef>
          <a:fillRef idx="0">
            <a:schemeClr val="accent3"/>
          </a:fillRef>
          <a:effectRef idx="2">
            <a:schemeClr val="accent3"/>
          </a:effectRef>
          <a:fontRef idx="minor">
            <a:schemeClr val="tx1"/>
          </a:fontRef>
        </p:style>
      </p:cxnSp>
      <p:cxnSp>
        <p:nvCxnSpPr>
          <p:cNvPr id="6" name="Connecteur droit 5">
            <a:extLst>
              <a:ext uri="{FF2B5EF4-FFF2-40B4-BE49-F238E27FC236}">
                <a16:creationId xmlns:a16="http://schemas.microsoft.com/office/drawing/2014/main" id="{D880426B-8F27-D195-7453-BB7576A9211C}"/>
              </a:ext>
            </a:extLst>
          </p:cNvPr>
          <p:cNvCxnSpPr/>
          <p:nvPr/>
        </p:nvCxnSpPr>
        <p:spPr>
          <a:xfrm>
            <a:off x="681318" y="4347883"/>
            <a:ext cx="10676965"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C9EF07F8-8638-A3CD-3B6E-9561DC85D887}"/>
              </a:ext>
            </a:extLst>
          </p:cNvPr>
          <p:cNvSpPr>
            <a:spLocks noGrp="1"/>
          </p:cNvSpPr>
          <p:nvPr>
            <p:ph type="sldNum" sz="quarter" idx="12"/>
          </p:nvPr>
        </p:nvSpPr>
        <p:spPr/>
        <p:txBody>
          <a:bodyPr/>
          <a:lstStyle/>
          <a:p>
            <a:fld id="{0C5F4B61-0767-4F53-A17E-BD53F46B3D0F}" type="slidenum">
              <a:rPr lang="fr-TG" smtClean="0"/>
              <a:t>3</a:t>
            </a:fld>
            <a:endParaRPr lang="fr-TG"/>
          </a:p>
        </p:txBody>
      </p:sp>
    </p:spTree>
    <p:extLst>
      <p:ext uri="{BB962C8B-B14F-4D97-AF65-F5344CB8AC3E}">
        <p14:creationId xmlns:p14="http://schemas.microsoft.com/office/powerpoint/2010/main" val="3934503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t>Gestion des objets AD DS</a:t>
            </a:r>
            <a:br>
              <a:rPr lang="fr-FR" sz="2800" dirty="0"/>
            </a:br>
            <a:r>
              <a:rPr lang="fr-FR" sz="2800" dirty="0">
                <a:solidFill>
                  <a:schemeClr val="accent2"/>
                </a:solidFill>
              </a:rPr>
              <a:t>Introduction</a:t>
            </a:r>
            <a:endParaRPr lang="fr-TG" sz="2800" dirty="0">
              <a:solidFill>
                <a:schemeClr val="accent2"/>
              </a:solidFill>
            </a:endParaRPr>
          </a:p>
        </p:txBody>
      </p:sp>
      <p:sp>
        <p:nvSpPr>
          <p:cNvPr id="3" name="Espace réservé du contenu 2">
            <a:extLst>
              <a:ext uri="{FF2B5EF4-FFF2-40B4-BE49-F238E27FC236}">
                <a16:creationId xmlns:a16="http://schemas.microsoft.com/office/drawing/2014/main" id="{870D644E-4349-C433-FC47-CE5707B96EC8}"/>
              </a:ext>
            </a:extLst>
          </p:cNvPr>
          <p:cNvSpPr>
            <a:spLocks noGrp="1"/>
          </p:cNvSpPr>
          <p:nvPr>
            <p:ph idx="1"/>
          </p:nvPr>
        </p:nvSpPr>
        <p:spPr>
          <a:xfrm>
            <a:off x="147917" y="986103"/>
            <a:ext cx="5948083" cy="4917010"/>
          </a:xfrm>
        </p:spPr>
        <p:txBody>
          <a:bodyPr>
            <a:normAutofit/>
          </a:bodyPr>
          <a:lstStyle/>
          <a:p>
            <a:pPr algn="just"/>
            <a:r>
              <a:rPr lang="fr-FR" sz="1800" b="0" i="0" u="none" strike="noStrike" baseline="0" dirty="0">
                <a:solidFill>
                  <a:srgbClr val="212121"/>
                </a:solidFill>
                <a:latin typeface="Arial" panose="020B0604020202020204" pitchFamily="34" charset="0"/>
                <a:cs typeface="Arial" panose="020B0604020202020204" pitchFamily="34" charset="0"/>
              </a:rPr>
              <a:t>Pour peupler notre Active Directory il faut lancer la console </a:t>
            </a:r>
            <a:r>
              <a:rPr lang="fr-FR" sz="1800" b="1" i="0" u="none" strike="noStrike" baseline="0" dirty="0">
                <a:solidFill>
                  <a:srgbClr val="212121"/>
                </a:solidFill>
                <a:latin typeface="Arial" panose="020B0604020202020204" pitchFamily="34" charset="0"/>
                <a:cs typeface="Arial" panose="020B0604020202020204" pitchFamily="34" charset="0"/>
              </a:rPr>
              <a:t>Utilisateurs et ordinateurs Active Directory </a:t>
            </a:r>
            <a:endParaRPr lang="en-US" sz="2400" dirty="0">
              <a:latin typeface="Arial" panose="020B0604020202020204" pitchFamily="34" charset="0"/>
              <a:ea typeface="Calibri" panose="020F0502020204030204" pitchFamily="34" charset="0"/>
              <a:cs typeface="Arial" panose="020B0604020202020204" pitchFamily="34" charset="0"/>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4</a:t>
            </a:fld>
            <a:endParaRPr lang="fr-TG"/>
          </a:p>
        </p:txBody>
      </p:sp>
      <p:pic>
        <p:nvPicPr>
          <p:cNvPr id="8" name="Image 7">
            <a:extLst>
              <a:ext uri="{FF2B5EF4-FFF2-40B4-BE49-F238E27FC236}">
                <a16:creationId xmlns:a16="http://schemas.microsoft.com/office/drawing/2014/main" id="{C51F6A82-4AF6-6FAB-84EE-D883AF46D24F}"/>
              </a:ext>
            </a:extLst>
          </p:cNvPr>
          <p:cNvPicPr>
            <a:picLocks noChangeAspect="1"/>
          </p:cNvPicPr>
          <p:nvPr/>
        </p:nvPicPr>
        <p:blipFill>
          <a:blip r:embed="rId2"/>
          <a:stretch>
            <a:fillRect/>
          </a:stretch>
        </p:blipFill>
        <p:spPr>
          <a:xfrm>
            <a:off x="838200" y="1513424"/>
            <a:ext cx="3696758" cy="5282574"/>
          </a:xfrm>
          <a:prstGeom prst="rect">
            <a:avLst/>
          </a:prstGeom>
        </p:spPr>
      </p:pic>
      <p:pic>
        <p:nvPicPr>
          <p:cNvPr id="10" name="Image 9">
            <a:extLst>
              <a:ext uri="{FF2B5EF4-FFF2-40B4-BE49-F238E27FC236}">
                <a16:creationId xmlns:a16="http://schemas.microsoft.com/office/drawing/2014/main" id="{C99EC959-6031-59DB-0AE6-114C362F7BD1}"/>
              </a:ext>
            </a:extLst>
          </p:cNvPr>
          <p:cNvPicPr>
            <a:picLocks noChangeAspect="1"/>
          </p:cNvPicPr>
          <p:nvPr/>
        </p:nvPicPr>
        <p:blipFill>
          <a:blip r:embed="rId3"/>
          <a:stretch>
            <a:fillRect/>
          </a:stretch>
        </p:blipFill>
        <p:spPr>
          <a:xfrm>
            <a:off x="5225241" y="3730806"/>
            <a:ext cx="6887099" cy="2319865"/>
          </a:xfrm>
          <a:prstGeom prst="rect">
            <a:avLst/>
          </a:prstGeom>
        </p:spPr>
      </p:pic>
      <p:sp>
        <p:nvSpPr>
          <p:cNvPr id="11" name="Espace réservé du contenu 2">
            <a:extLst>
              <a:ext uri="{FF2B5EF4-FFF2-40B4-BE49-F238E27FC236}">
                <a16:creationId xmlns:a16="http://schemas.microsoft.com/office/drawing/2014/main" id="{A52C178E-0683-61B0-8F32-817EF93CCB9E}"/>
              </a:ext>
            </a:extLst>
          </p:cNvPr>
          <p:cNvSpPr txBox="1">
            <a:spLocks/>
          </p:cNvSpPr>
          <p:nvPr/>
        </p:nvSpPr>
        <p:spPr>
          <a:xfrm>
            <a:off x="5225241" y="3127194"/>
            <a:ext cx="5642784" cy="13712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fr-FR" sz="1800" dirty="0">
                <a:solidFill>
                  <a:srgbClr val="212121"/>
                </a:solidFill>
                <a:latin typeface="Arial" panose="020B0604020202020204" pitchFamily="34" charset="0"/>
                <a:cs typeface="Arial" panose="020B0604020202020204" pitchFamily="34" charset="0"/>
              </a:rPr>
              <a:t>On arrive sur la console</a:t>
            </a:r>
            <a:endParaRPr lang="en-US" sz="24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795970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312B7E-8D35-6E2F-891A-C5CD4816627E}"/>
              </a:ext>
            </a:extLst>
          </p:cNvPr>
          <p:cNvSpPr>
            <a:spLocks noGrp="1"/>
          </p:cNvSpPr>
          <p:nvPr>
            <p:ph type="ctrTitle"/>
          </p:nvPr>
        </p:nvSpPr>
        <p:spPr>
          <a:xfrm>
            <a:off x="699247" y="2633242"/>
            <a:ext cx="10793506" cy="1591516"/>
          </a:xfrm>
        </p:spPr>
        <p:txBody>
          <a:bodyPr>
            <a:noAutofit/>
          </a:bodyPr>
          <a:lstStyle/>
          <a:p>
            <a:r>
              <a:rPr lang="fr-FR" sz="3200" b="1" dirty="0">
                <a:solidFill>
                  <a:schemeClr val="accent4">
                    <a:lumMod val="50000"/>
                  </a:schemeClr>
                </a:solidFill>
                <a:latin typeface="Arial" panose="020B0604020202020204" pitchFamily="34" charset="0"/>
                <a:cs typeface="Arial" panose="020B0604020202020204" pitchFamily="34" charset="0"/>
              </a:rPr>
              <a:t>Gestion des objets AD DS</a:t>
            </a:r>
            <a:br>
              <a:rPr lang="fr-FR" sz="3200" b="1" dirty="0">
                <a:solidFill>
                  <a:schemeClr val="accent4">
                    <a:lumMod val="50000"/>
                  </a:schemeClr>
                </a:solidFill>
                <a:latin typeface="Arial" panose="020B0604020202020204" pitchFamily="34" charset="0"/>
                <a:cs typeface="Arial" panose="020B0604020202020204" pitchFamily="34" charset="0"/>
              </a:rPr>
            </a:br>
            <a:br>
              <a:rPr lang="fr-FR" sz="3200" dirty="0">
                <a:latin typeface="Arial" panose="020B0604020202020204" pitchFamily="34" charset="0"/>
                <a:cs typeface="Arial" panose="020B0604020202020204" pitchFamily="34" charset="0"/>
              </a:rPr>
            </a:br>
            <a:r>
              <a:rPr lang="fr-FR" sz="3200" b="1" dirty="0">
                <a:solidFill>
                  <a:schemeClr val="accent2"/>
                </a:solidFill>
                <a:latin typeface="Arial" panose="020B0604020202020204" pitchFamily="34" charset="0"/>
                <a:cs typeface="Arial" panose="020B0604020202020204" pitchFamily="34" charset="0"/>
              </a:rPr>
              <a:t>Gestion des unités organisationnelles</a:t>
            </a:r>
            <a:endParaRPr lang="fr-TG" sz="3200" b="1" dirty="0">
              <a:solidFill>
                <a:schemeClr val="accent2"/>
              </a:solidFill>
              <a:latin typeface="Arial" panose="020B0604020202020204" pitchFamily="34" charset="0"/>
              <a:cs typeface="Arial" panose="020B0604020202020204" pitchFamily="34" charset="0"/>
            </a:endParaRPr>
          </a:p>
        </p:txBody>
      </p:sp>
      <p:cxnSp>
        <p:nvCxnSpPr>
          <p:cNvPr id="5" name="Connecteur droit 4">
            <a:extLst>
              <a:ext uri="{FF2B5EF4-FFF2-40B4-BE49-F238E27FC236}">
                <a16:creationId xmlns:a16="http://schemas.microsoft.com/office/drawing/2014/main" id="{71C45B6B-C448-346F-6355-2C23081F559B}"/>
              </a:ext>
            </a:extLst>
          </p:cNvPr>
          <p:cNvCxnSpPr/>
          <p:nvPr/>
        </p:nvCxnSpPr>
        <p:spPr>
          <a:xfrm>
            <a:off x="699247" y="2707341"/>
            <a:ext cx="10676965" cy="0"/>
          </a:xfrm>
          <a:prstGeom prst="line">
            <a:avLst/>
          </a:prstGeom>
          <a:ln w="38100"/>
        </p:spPr>
        <p:style>
          <a:lnRef idx="3">
            <a:schemeClr val="accent3"/>
          </a:lnRef>
          <a:fillRef idx="0">
            <a:schemeClr val="accent3"/>
          </a:fillRef>
          <a:effectRef idx="2">
            <a:schemeClr val="accent3"/>
          </a:effectRef>
          <a:fontRef idx="minor">
            <a:schemeClr val="tx1"/>
          </a:fontRef>
        </p:style>
      </p:cxnSp>
      <p:cxnSp>
        <p:nvCxnSpPr>
          <p:cNvPr id="6" name="Connecteur droit 5">
            <a:extLst>
              <a:ext uri="{FF2B5EF4-FFF2-40B4-BE49-F238E27FC236}">
                <a16:creationId xmlns:a16="http://schemas.microsoft.com/office/drawing/2014/main" id="{D880426B-8F27-D195-7453-BB7576A9211C}"/>
              </a:ext>
            </a:extLst>
          </p:cNvPr>
          <p:cNvCxnSpPr/>
          <p:nvPr/>
        </p:nvCxnSpPr>
        <p:spPr>
          <a:xfrm>
            <a:off x="681318" y="4347883"/>
            <a:ext cx="10676965"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C9EF07F8-8638-A3CD-3B6E-9561DC85D887}"/>
              </a:ext>
            </a:extLst>
          </p:cNvPr>
          <p:cNvSpPr>
            <a:spLocks noGrp="1"/>
          </p:cNvSpPr>
          <p:nvPr>
            <p:ph type="sldNum" sz="quarter" idx="12"/>
          </p:nvPr>
        </p:nvSpPr>
        <p:spPr/>
        <p:txBody>
          <a:bodyPr/>
          <a:lstStyle/>
          <a:p>
            <a:fld id="{0C5F4B61-0767-4F53-A17E-BD53F46B3D0F}" type="slidenum">
              <a:rPr lang="fr-TG" smtClean="0"/>
              <a:t>5</a:t>
            </a:fld>
            <a:endParaRPr lang="fr-TG"/>
          </a:p>
        </p:txBody>
      </p:sp>
    </p:spTree>
    <p:extLst>
      <p:ext uri="{BB962C8B-B14F-4D97-AF65-F5344CB8AC3E}">
        <p14:creationId xmlns:p14="http://schemas.microsoft.com/office/powerpoint/2010/main" val="4021345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Gestion des Unités Organisationnelles </a:t>
            </a:r>
            <a:endParaRPr lang="fr-TG" sz="2800" dirty="0">
              <a:solidFill>
                <a:schemeClr val="accent2"/>
              </a:solidFill>
            </a:endParaRPr>
          </a:p>
        </p:txBody>
      </p:sp>
      <p:sp>
        <p:nvSpPr>
          <p:cNvPr id="3" name="Espace réservé du contenu 2">
            <a:extLst>
              <a:ext uri="{FF2B5EF4-FFF2-40B4-BE49-F238E27FC236}">
                <a16:creationId xmlns:a16="http://schemas.microsoft.com/office/drawing/2014/main" id="{870D644E-4349-C433-FC47-CE5707B96EC8}"/>
              </a:ext>
            </a:extLst>
          </p:cNvPr>
          <p:cNvSpPr>
            <a:spLocks noGrp="1"/>
          </p:cNvSpPr>
          <p:nvPr>
            <p:ph idx="1"/>
          </p:nvPr>
        </p:nvSpPr>
        <p:spPr>
          <a:xfrm>
            <a:off x="129139" y="986103"/>
            <a:ext cx="5653594" cy="5567097"/>
          </a:xfrm>
        </p:spPr>
        <p:txBody>
          <a:bodyPr>
            <a:noAutofit/>
          </a:bodyPr>
          <a:lstStyle/>
          <a:p>
            <a:pPr marL="0" indent="0" algn="just">
              <a:buNone/>
            </a:pPr>
            <a:r>
              <a:rPr lang="fr-FR" sz="2000" b="1" dirty="0">
                <a:solidFill>
                  <a:srgbClr val="0070C0"/>
                </a:solidFill>
                <a:latin typeface="Arial" panose="020B0604020202020204" pitchFamily="34" charset="0"/>
                <a:cs typeface="Arial" panose="020B0604020202020204" pitchFamily="34" charset="0"/>
              </a:rPr>
              <a:t>Graphiquement </a:t>
            </a:r>
            <a:endParaRPr lang="fr-FR" sz="1800" dirty="0">
              <a:solidFill>
                <a:srgbClr val="212121"/>
              </a:solidFill>
              <a:latin typeface="Arial" panose="020B0604020202020204" pitchFamily="34" charset="0"/>
              <a:cs typeface="Arial" panose="020B0604020202020204" pitchFamily="34" charset="0"/>
            </a:endParaRPr>
          </a:p>
          <a:p>
            <a:pPr algn="just"/>
            <a:r>
              <a:rPr lang="fr-FR" sz="1800" b="0" i="0" u="none" strike="noStrike" baseline="0" dirty="0">
                <a:solidFill>
                  <a:srgbClr val="212121"/>
                </a:solidFill>
                <a:latin typeface="Arial" panose="020B0604020202020204" pitchFamily="34" charset="0"/>
                <a:cs typeface="Arial" panose="020B0604020202020204" pitchFamily="34" charset="0"/>
              </a:rPr>
              <a:t>Pour créer une unité organisationnelle afin d’y mettre l’ensemble des utilisateurs et groupes, dans l’arbre à la hauteur du domaine, faite un clic droite dans la fenêtre de droite, puis </a:t>
            </a:r>
            <a:r>
              <a:rPr lang="fr-FR" sz="1800" b="1" i="0" u="none" strike="noStrike" baseline="0" dirty="0">
                <a:solidFill>
                  <a:srgbClr val="212121"/>
                </a:solidFill>
                <a:latin typeface="Arial" panose="020B0604020202020204" pitchFamily="34" charset="0"/>
                <a:cs typeface="Arial" panose="020B0604020202020204" pitchFamily="34" charset="0"/>
              </a:rPr>
              <a:t>Nouveau </a:t>
            </a:r>
            <a:r>
              <a:rPr lang="fr-FR" sz="1800" b="0" i="0" u="none" strike="noStrike" baseline="0" dirty="0">
                <a:solidFill>
                  <a:srgbClr val="212121"/>
                </a:solidFill>
                <a:latin typeface="Arial" panose="020B0604020202020204" pitchFamily="34" charset="0"/>
                <a:cs typeface="Arial" panose="020B0604020202020204" pitchFamily="34" charset="0"/>
              </a:rPr>
              <a:t>et on choisit </a:t>
            </a:r>
            <a:r>
              <a:rPr lang="fr-FR" sz="1800" b="1" i="0" u="none" strike="noStrike" baseline="0" dirty="0">
                <a:solidFill>
                  <a:srgbClr val="212121"/>
                </a:solidFill>
                <a:latin typeface="Arial" panose="020B0604020202020204" pitchFamily="34" charset="0"/>
                <a:cs typeface="Arial" panose="020B0604020202020204" pitchFamily="34" charset="0"/>
              </a:rPr>
              <a:t>Unité d’organisation</a:t>
            </a:r>
          </a:p>
          <a:p>
            <a:pPr algn="just"/>
            <a:endParaRPr lang="fr-FR" sz="1800" b="1" dirty="0">
              <a:solidFill>
                <a:srgbClr val="212121"/>
              </a:solidFill>
              <a:latin typeface="Arial" panose="020B0604020202020204" pitchFamily="34" charset="0"/>
              <a:cs typeface="Arial" panose="020B0604020202020204" pitchFamily="34" charset="0"/>
            </a:endParaRPr>
          </a:p>
          <a:p>
            <a:pPr algn="just"/>
            <a:endParaRPr lang="fr-FR" sz="1800" b="1" i="0" u="none" strike="noStrike" baseline="0" dirty="0">
              <a:solidFill>
                <a:srgbClr val="212121"/>
              </a:solidFill>
              <a:latin typeface="Arial" panose="020B0604020202020204" pitchFamily="34" charset="0"/>
              <a:cs typeface="Arial" panose="020B0604020202020204" pitchFamily="34" charset="0"/>
            </a:endParaRPr>
          </a:p>
          <a:p>
            <a:pPr algn="just"/>
            <a:endParaRPr lang="fr-FR" sz="1800" b="1" dirty="0">
              <a:solidFill>
                <a:srgbClr val="212121"/>
              </a:solidFill>
              <a:latin typeface="Arial" panose="020B0604020202020204" pitchFamily="34" charset="0"/>
              <a:cs typeface="Arial" panose="020B0604020202020204" pitchFamily="34" charset="0"/>
            </a:endParaRPr>
          </a:p>
          <a:p>
            <a:pPr algn="just"/>
            <a:endParaRPr lang="fr-FR" sz="1800" b="1" i="0" u="none" strike="noStrike" baseline="0" dirty="0">
              <a:solidFill>
                <a:srgbClr val="212121"/>
              </a:solidFill>
              <a:latin typeface="Arial" panose="020B0604020202020204" pitchFamily="34" charset="0"/>
              <a:cs typeface="Arial" panose="020B0604020202020204" pitchFamily="34" charset="0"/>
            </a:endParaRPr>
          </a:p>
          <a:p>
            <a:pPr algn="just"/>
            <a:endParaRPr lang="fr-FR" sz="1800" b="1" dirty="0">
              <a:solidFill>
                <a:srgbClr val="212121"/>
              </a:solidFill>
              <a:latin typeface="Arial" panose="020B0604020202020204" pitchFamily="34" charset="0"/>
              <a:cs typeface="Arial" panose="020B0604020202020204" pitchFamily="34" charset="0"/>
            </a:endParaRPr>
          </a:p>
          <a:p>
            <a:pPr algn="just"/>
            <a:endParaRPr lang="fr-FR" sz="1800" b="1" i="0" u="none" strike="noStrike" baseline="0" dirty="0">
              <a:solidFill>
                <a:srgbClr val="212121"/>
              </a:solidFill>
              <a:latin typeface="Arial" panose="020B0604020202020204" pitchFamily="34" charset="0"/>
              <a:cs typeface="Arial" panose="020B0604020202020204" pitchFamily="34" charset="0"/>
            </a:endParaRPr>
          </a:p>
          <a:p>
            <a:pPr algn="just"/>
            <a:endParaRPr lang="fr-FR" sz="1800" b="1" dirty="0">
              <a:solidFill>
                <a:srgbClr val="212121"/>
              </a:solidFill>
              <a:latin typeface="Arial" panose="020B0604020202020204" pitchFamily="34" charset="0"/>
              <a:cs typeface="Arial" panose="020B0604020202020204" pitchFamily="34" charset="0"/>
            </a:endParaRPr>
          </a:p>
          <a:p>
            <a:pPr algn="just"/>
            <a:endParaRPr lang="fr-FR" sz="1800" b="1" i="0" u="none" strike="noStrike" baseline="0" dirty="0">
              <a:solidFill>
                <a:srgbClr val="212121"/>
              </a:solidFill>
              <a:latin typeface="Arial" panose="020B0604020202020204" pitchFamily="34" charset="0"/>
              <a:cs typeface="Arial" panose="020B0604020202020204" pitchFamily="34" charset="0"/>
            </a:endParaRPr>
          </a:p>
          <a:p>
            <a:pPr algn="just"/>
            <a:endParaRPr lang="fr-FR" sz="1800" b="1" dirty="0">
              <a:solidFill>
                <a:srgbClr val="212121"/>
              </a:solidFill>
              <a:latin typeface="Arial" panose="020B0604020202020204" pitchFamily="34" charset="0"/>
              <a:cs typeface="Arial" panose="020B0604020202020204" pitchFamily="34" charset="0"/>
            </a:endParaRPr>
          </a:p>
          <a:p>
            <a:pPr algn="just"/>
            <a:endParaRPr lang="fr-FR" sz="1800" b="1" i="0" u="none" strike="noStrike" baseline="0" dirty="0">
              <a:solidFill>
                <a:srgbClr val="212121"/>
              </a:solidFill>
              <a:latin typeface="Arial" panose="020B0604020202020204" pitchFamily="34" charset="0"/>
              <a:cs typeface="Arial" panose="020B0604020202020204" pitchFamily="34" charset="0"/>
            </a:endParaRPr>
          </a:p>
          <a:p>
            <a:pPr algn="just"/>
            <a:r>
              <a:rPr lang="fr-FR" sz="1800" b="1" dirty="0">
                <a:solidFill>
                  <a:srgbClr val="212121"/>
                </a:solidFill>
                <a:latin typeface="Arial" panose="020B0604020202020204" pitchFamily="34" charset="0"/>
                <a:cs typeface="Arial" panose="020B0604020202020204" pitchFamily="34" charset="0"/>
              </a:rPr>
              <a:t>Choisir le nom de l’unité </a:t>
            </a:r>
            <a:r>
              <a:rPr lang="fr-FR" sz="1800" b="1" i="0" u="none" strike="noStrike" baseline="0" dirty="0">
                <a:solidFill>
                  <a:srgbClr val="212121"/>
                </a:solidFill>
                <a:latin typeface="Arial" panose="020B0604020202020204" pitchFamily="34" charset="0"/>
                <a:cs typeface="Arial" panose="020B0604020202020204" pitchFamily="34" charset="0"/>
              </a:rPr>
              <a:t> </a:t>
            </a:r>
            <a:endParaRPr lang="en-US" sz="2000" dirty="0">
              <a:solidFill>
                <a:srgbClr val="C00000"/>
              </a:solidFill>
              <a:latin typeface="Arial" panose="020B0604020202020204" pitchFamily="34" charset="0"/>
              <a:ea typeface="Calibri" panose="020F0502020204030204" pitchFamily="34" charset="0"/>
              <a:cs typeface="Arial" panose="020B0604020202020204" pitchFamily="34" charset="0"/>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6</a:t>
            </a:fld>
            <a:endParaRPr lang="fr-TG" dirty="0"/>
          </a:p>
        </p:txBody>
      </p:sp>
      <p:pic>
        <p:nvPicPr>
          <p:cNvPr id="5" name="Image 4">
            <a:extLst>
              <a:ext uri="{FF2B5EF4-FFF2-40B4-BE49-F238E27FC236}">
                <a16:creationId xmlns:a16="http://schemas.microsoft.com/office/drawing/2014/main" id="{559ABB6A-5D4C-3858-A848-61FC51BF85D1}"/>
              </a:ext>
            </a:extLst>
          </p:cNvPr>
          <p:cNvPicPr>
            <a:picLocks noChangeAspect="1"/>
          </p:cNvPicPr>
          <p:nvPr/>
        </p:nvPicPr>
        <p:blipFill>
          <a:blip r:embed="rId2"/>
          <a:stretch>
            <a:fillRect/>
          </a:stretch>
        </p:blipFill>
        <p:spPr>
          <a:xfrm>
            <a:off x="457200" y="2702707"/>
            <a:ext cx="5325533" cy="3695976"/>
          </a:xfrm>
          <a:prstGeom prst="rect">
            <a:avLst/>
          </a:prstGeom>
        </p:spPr>
      </p:pic>
      <p:pic>
        <p:nvPicPr>
          <p:cNvPr id="12" name="Image 11">
            <a:extLst>
              <a:ext uri="{FF2B5EF4-FFF2-40B4-BE49-F238E27FC236}">
                <a16:creationId xmlns:a16="http://schemas.microsoft.com/office/drawing/2014/main" id="{6D947F24-5E4A-AA9D-EF69-AE2F246E78EE}"/>
              </a:ext>
            </a:extLst>
          </p:cNvPr>
          <p:cNvPicPr>
            <a:picLocks noChangeAspect="1"/>
          </p:cNvPicPr>
          <p:nvPr/>
        </p:nvPicPr>
        <p:blipFill>
          <a:blip r:embed="rId3"/>
          <a:stretch>
            <a:fillRect/>
          </a:stretch>
        </p:blipFill>
        <p:spPr>
          <a:xfrm>
            <a:off x="6110794" y="1741274"/>
            <a:ext cx="5952067" cy="4588188"/>
          </a:xfrm>
          <a:prstGeom prst="rect">
            <a:avLst/>
          </a:prstGeom>
        </p:spPr>
      </p:pic>
      <p:sp>
        <p:nvSpPr>
          <p:cNvPr id="13" name="Espace réservé du contenu 2">
            <a:extLst>
              <a:ext uri="{FF2B5EF4-FFF2-40B4-BE49-F238E27FC236}">
                <a16:creationId xmlns:a16="http://schemas.microsoft.com/office/drawing/2014/main" id="{EE4DC6A0-44BF-C933-B738-991517ABB735}"/>
              </a:ext>
            </a:extLst>
          </p:cNvPr>
          <p:cNvSpPr txBox="1">
            <a:spLocks/>
          </p:cNvSpPr>
          <p:nvPr/>
        </p:nvSpPr>
        <p:spPr>
          <a:xfrm>
            <a:off x="6087036" y="1052348"/>
            <a:ext cx="2978127" cy="3685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fr-FR" sz="2000" b="1" dirty="0">
                <a:solidFill>
                  <a:srgbClr val="0070C0"/>
                </a:solidFill>
                <a:latin typeface="Arial" panose="020B0604020202020204" pitchFamily="34" charset="0"/>
                <a:cs typeface="Arial" panose="020B0604020202020204" pitchFamily="34" charset="0"/>
              </a:rPr>
              <a:t>En PowerShell</a:t>
            </a:r>
            <a:endParaRPr lang="en-US" sz="2000" dirty="0">
              <a:solidFill>
                <a:srgbClr val="C00000"/>
              </a:solidFill>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798609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Gestion des Unités Organisationnelles </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7</a:t>
            </a:fld>
            <a:endParaRPr lang="fr-TG" dirty="0"/>
          </a:p>
        </p:txBody>
      </p:sp>
      <p:sp>
        <p:nvSpPr>
          <p:cNvPr id="13" name="Espace réservé du contenu 2">
            <a:extLst>
              <a:ext uri="{FF2B5EF4-FFF2-40B4-BE49-F238E27FC236}">
                <a16:creationId xmlns:a16="http://schemas.microsoft.com/office/drawing/2014/main" id="{EE4DC6A0-44BF-C933-B738-991517ABB735}"/>
              </a:ext>
            </a:extLst>
          </p:cNvPr>
          <p:cNvSpPr txBox="1">
            <a:spLocks/>
          </p:cNvSpPr>
          <p:nvPr/>
        </p:nvSpPr>
        <p:spPr>
          <a:xfrm>
            <a:off x="376518" y="1011499"/>
            <a:ext cx="4716431" cy="60666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fr-FR" sz="2000" b="1" dirty="0">
                <a:solidFill>
                  <a:srgbClr val="0070C0"/>
                </a:solidFill>
                <a:latin typeface="Arial" panose="020B0604020202020204" pitchFamily="34" charset="0"/>
                <a:cs typeface="Arial" panose="020B0604020202020204" pitchFamily="34" charset="0"/>
              </a:rPr>
              <a:t>En PowerShell</a:t>
            </a: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en-US" sz="2000" dirty="0">
              <a:solidFill>
                <a:srgbClr val="C00000"/>
              </a:solidFill>
              <a:latin typeface="Arial" panose="020B0604020202020204" pitchFamily="34" charset="0"/>
              <a:ea typeface="Calibri" panose="020F0502020204030204" pitchFamily="34" charset="0"/>
              <a:cs typeface="Arial" panose="020B0604020202020204" pitchFamily="34" charset="0"/>
            </a:endParaRPr>
          </a:p>
        </p:txBody>
      </p:sp>
      <p:pic>
        <p:nvPicPr>
          <p:cNvPr id="10" name="Image 9">
            <a:extLst>
              <a:ext uri="{FF2B5EF4-FFF2-40B4-BE49-F238E27FC236}">
                <a16:creationId xmlns:a16="http://schemas.microsoft.com/office/drawing/2014/main" id="{91FA23ED-38BB-AF2B-5174-44F7D9F810FD}"/>
              </a:ext>
            </a:extLst>
          </p:cNvPr>
          <p:cNvPicPr>
            <a:picLocks noChangeAspect="1"/>
          </p:cNvPicPr>
          <p:nvPr/>
        </p:nvPicPr>
        <p:blipFill>
          <a:blip r:embed="rId2"/>
          <a:stretch>
            <a:fillRect/>
          </a:stretch>
        </p:blipFill>
        <p:spPr>
          <a:xfrm>
            <a:off x="171023" y="1538742"/>
            <a:ext cx="4608932" cy="4000554"/>
          </a:xfrm>
          <a:prstGeom prst="rect">
            <a:avLst/>
          </a:prstGeom>
        </p:spPr>
      </p:pic>
      <p:pic>
        <p:nvPicPr>
          <p:cNvPr id="14" name="Image 13">
            <a:extLst>
              <a:ext uri="{FF2B5EF4-FFF2-40B4-BE49-F238E27FC236}">
                <a16:creationId xmlns:a16="http://schemas.microsoft.com/office/drawing/2014/main" id="{1F142C25-559D-69D7-3F34-8A1CEB6A289E}"/>
              </a:ext>
            </a:extLst>
          </p:cNvPr>
          <p:cNvPicPr>
            <a:picLocks noChangeAspect="1"/>
          </p:cNvPicPr>
          <p:nvPr/>
        </p:nvPicPr>
        <p:blipFill>
          <a:blip r:embed="rId3"/>
          <a:stretch>
            <a:fillRect/>
          </a:stretch>
        </p:blipFill>
        <p:spPr>
          <a:xfrm>
            <a:off x="4858177" y="1363518"/>
            <a:ext cx="7162800" cy="4791730"/>
          </a:xfrm>
          <a:prstGeom prst="rect">
            <a:avLst/>
          </a:prstGeom>
        </p:spPr>
      </p:pic>
    </p:spTree>
    <p:extLst>
      <p:ext uri="{BB962C8B-B14F-4D97-AF65-F5344CB8AC3E}">
        <p14:creationId xmlns:p14="http://schemas.microsoft.com/office/powerpoint/2010/main" val="3456868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Gestion des Unités Organisationnelles </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8</a:t>
            </a:fld>
            <a:endParaRPr lang="fr-TG" dirty="0"/>
          </a:p>
        </p:txBody>
      </p:sp>
      <p:sp>
        <p:nvSpPr>
          <p:cNvPr id="13" name="Espace réservé du contenu 2">
            <a:extLst>
              <a:ext uri="{FF2B5EF4-FFF2-40B4-BE49-F238E27FC236}">
                <a16:creationId xmlns:a16="http://schemas.microsoft.com/office/drawing/2014/main" id="{EE4DC6A0-44BF-C933-B738-991517ABB735}"/>
              </a:ext>
            </a:extLst>
          </p:cNvPr>
          <p:cNvSpPr txBox="1">
            <a:spLocks/>
          </p:cNvSpPr>
          <p:nvPr/>
        </p:nvSpPr>
        <p:spPr>
          <a:xfrm>
            <a:off x="376518" y="1011499"/>
            <a:ext cx="4716431" cy="60666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fr-FR" sz="2000" b="1" dirty="0">
                <a:solidFill>
                  <a:srgbClr val="0070C0"/>
                </a:solidFill>
                <a:latin typeface="Arial" panose="020B0604020202020204" pitchFamily="34" charset="0"/>
                <a:cs typeface="Arial" panose="020B0604020202020204" pitchFamily="34" charset="0"/>
              </a:rPr>
              <a:t>En PowerShell</a:t>
            </a: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fr-FR" sz="2000" b="1" dirty="0">
              <a:solidFill>
                <a:srgbClr val="0070C0"/>
              </a:solidFill>
              <a:latin typeface="Arial" panose="020B0604020202020204" pitchFamily="34" charset="0"/>
              <a:ea typeface="Calibri" panose="020F0502020204030204" pitchFamily="34" charset="0"/>
              <a:cs typeface="Arial" panose="020B0604020202020204" pitchFamily="34" charset="0"/>
            </a:endParaRPr>
          </a:p>
          <a:p>
            <a:pPr marL="0" indent="0" algn="just">
              <a:buFont typeface="Arial" panose="020B0604020202020204" pitchFamily="34" charset="0"/>
              <a:buNone/>
            </a:pPr>
            <a:endParaRPr lang="en-US" sz="2000" dirty="0">
              <a:solidFill>
                <a:srgbClr val="C00000"/>
              </a:solidFill>
              <a:latin typeface="Arial" panose="020B0604020202020204" pitchFamily="34" charset="0"/>
              <a:ea typeface="Calibri" panose="020F0502020204030204" pitchFamily="34" charset="0"/>
              <a:cs typeface="Arial" panose="020B0604020202020204" pitchFamily="34" charset="0"/>
            </a:endParaRPr>
          </a:p>
        </p:txBody>
      </p:sp>
      <p:pic>
        <p:nvPicPr>
          <p:cNvPr id="4" name="Image 3">
            <a:extLst>
              <a:ext uri="{FF2B5EF4-FFF2-40B4-BE49-F238E27FC236}">
                <a16:creationId xmlns:a16="http://schemas.microsoft.com/office/drawing/2014/main" id="{01B2B31A-517B-DCBB-F598-85487556A602}"/>
              </a:ext>
            </a:extLst>
          </p:cNvPr>
          <p:cNvPicPr>
            <a:picLocks noChangeAspect="1"/>
          </p:cNvPicPr>
          <p:nvPr/>
        </p:nvPicPr>
        <p:blipFill>
          <a:blip r:embed="rId2"/>
          <a:stretch>
            <a:fillRect/>
          </a:stretch>
        </p:blipFill>
        <p:spPr>
          <a:xfrm>
            <a:off x="2400299" y="1286936"/>
            <a:ext cx="8395519" cy="5422107"/>
          </a:xfrm>
          <a:prstGeom prst="rect">
            <a:avLst/>
          </a:prstGeom>
        </p:spPr>
      </p:pic>
    </p:spTree>
    <p:extLst>
      <p:ext uri="{BB962C8B-B14F-4D97-AF65-F5344CB8AC3E}">
        <p14:creationId xmlns:p14="http://schemas.microsoft.com/office/powerpoint/2010/main" val="1920345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Commande DS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9</a:t>
            </a:fld>
            <a:endParaRPr lang="fr-TG" dirty="0"/>
          </a:p>
        </p:txBody>
      </p:sp>
      <p:pic>
        <p:nvPicPr>
          <p:cNvPr id="5" name="Image 4">
            <a:extLst>
              <a:ext uri="{FF2B5EF4-FFF2-40B4-BE49-F238E27FC236}">
                <a16:creationId xmlns:a16="http://schemas.microsoft.com/office/drawing/2014/main" id="{FB0F6764-9FD7-5E21-8247-496C016A1C1B}"/>
              </a:ext>
            </a:extLst>
          </p:cNvPr>
          <p:cNvPicPr>
            <a:picLocks noChangeAspect="1"/>
          </p:cNvPicPr>
          <p:nvPr/>
        </p:nvPicPr>
        <p:blipFill>
          <a:blip r:embed="rId2"/>
          <a:stretch>
            <a:fillRect/>
          </a:stretch>
        </p:blipFill>
        <p:spPr>
          <a:xfrm>
            <a:off x="974236" y="1117591"/>
            <a:ext cx="9956230" cy="5603884"/>
          </a:xfrm>
          <a:prstGeom prst="rect">
            <a:avLst/>
          </a:prstGeom>
        </p:spPr>
      </p:pic>
    </p:spTree>
    <p:extLst>
      <p:ext uri="{BB962C8B-B14F-4D97-AF65-F5344CB8AC3E}">
        <p14:creationId xmlns:p14="http://schemas.microsoft.com/office/powerpoint/2010/main" val="1892688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Commande DS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10</a:t>
            </a:fld>
            <a:endParaRPr lang="fr-TG" dirty="0"/>
          </a:p>
        </p:txBody>
      </p:sp>
      <p:pic>
        <p:nvPicPr>
          <p:cNvPr id="4" name="Image 3">
            <a:extLst>
              <a:ext uri="{FF2B5EF4-FFF2-40B4-BE49-F238E27FC236}">
                <a16:creationId xmlns:a16="http://schemas.microsoft.com/office/drawing/2014/main" id="{F6606CE4-DB95-36CF-0892-8A7DC809B737}"/>
              </a:ext>
            </a:extLst>
          </p:cNvPr>
          <p:cNvPicPr>
            <a:picLocks noChangeAspect="1"/>
          </p:cNvPicPr>
          <p:nvPr/>
        </p:nvPicPr>
        <p:blipFill>
          <a:blip r:embed="rId2"/>
          <a:stretch>
            <a:fillRect/>
          </a:stretch>
        </p:blipFill>
        <p:spPr>
          <a:xfrm>
            <a:off x="536849" y="1079235"/>
            <a:ext cx="7290371" cy="3270167"/>
          </a:xfrm>
          <a:prstGeom prst="rect">
            <a:avLst/>
          </a:prstGeom>
        </p:spPr>
      </p:pic>
      <p:pic>
        <p:nvPicPr>
          <p:cNvPr id="9" name="Image 8">
            <a:extLst>
              <a:ext uri="{FF2B5EF4-FFF2-40B4-BE49-F238E27FC236}">
                <a16:creationId xmlns:a16="http://schemas.microsoft.com/office/drawing/2014/main" id="{50389D25-BDC6-0382-8938-3FE8AFE6A5CF}"/>
              </a:ext>
            </a:extLst>
          </p:cNvPr>
          <p:cNvPicPr>
            <a:picLocks noChangeAspect="1"/>
          </p:cNvPicPr>
          <p:nvPr/>
        </p:nvPicPr>
        <p:blipFill>
          <a:blip r:embed="rId3"/>
          <a:stretch>
            <a:fillRect/>
          </a:stretch>
        </p:blipFill>
        <p:spPr>
          <a:xfrm>
            <a:off x="3969853" y="4349402"/>
            <a:ext cx="7059124" cy="2488608"/>
          </a:xfrm>
          <a:prstGeom prst="rect">
            <a:avLst/>
          </a:prstGeom>
        </p:spPr>
      </p:pic>
    </p:spTree>
    <p:extLst>
      <p:ext uri="{BB962C8B-B14F-4D97-AF65-F5344CB8AC3E}">
        <p14:creationId xmlns:p14="http://schemas.microsoft.com/office/powerpoint/2010/main" val="1492323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312B7E-8D35-6E2F-891A-C5CD4816627E}"/>
              </a:ext>
            </a:extLst>
          </p:cNvPr>
          <p:cNvSpPr>
            <a:spLocks noGrp="1"/>
          </p:cNvSpPr>
          <p:nvPr>
            <p:ph type="ctrTitle"/>
          </p:nvPr>
        </p:nvSpPr>
        <p:spPr>
          <a:xfrm>
            <a:off x="699247" y="2633242"/>
            <a:ext cx="10793506" cy="1591516"/>
          </a:xfrm>
        </p:spPr>
        <p:txBody>
          <a:bodyPr>
            <a:noAutofit/>
          </a:bodyPr>
          <a:lstStyle/>
          <a:p>
            <a:r>
              <a:rPr lang="fr-FR" sz="3200" b="1" dirty="0">
                <a:solidFill>
                  <a:schemeClr val="accent4">
                    <a:lumMod val="50000"/>
                  </a:schemeClr>
                </a:solidFill>
                <a:latin typeface="Arial" panose="020B0604020202020204" pitchFamily="34" charset="0"/>
                <a:cs typeface="Arial" panose="020B0604020202020204" pitchFamily="34" charset="0"/>
              </a:rPr>
              <a:t>Gestion des objets AD DS</a:t>
            </a:r>
            <a:br>
              <a:rPr lang="fr-FR" sz="3200" b="1" dirty="0">
                <a:solidFill>
                  <a:schemeClr val="accent4">
                    <a:lumMod val="50000"/>
                  </a:schemeClr>
                </a:solidFill>
                <a:latin typeface="Arial" panose="020B0604020202020204" pitchFamily="34" charset="0"/>
                <a:cs typeface="Arial" panose="020B0604020202020204" pitchFamily="34" charset="0"/>
              </a:rPr>
            </a:br>
            <a:br>
              <a:rPr lang="fr-FR" sz="3200" dirty="0">
                <a:latin typeface="Arial" panose="020B0604020202020204" pitchFamily="34" charset="0"/>
                <a:cs typeface="Arial" panose="020B0604020202020204" pitchFamily="34" charset="0"/>
              </a:rPr>
            </a:br>
            <a:r>
              <a:rPr lang="fr-FR" sz="3200" b="1" dirty="0">
                <a:solidFill>
                  <a:schemeClr val="accent2"/>
                </a:solidFill>
                <a:latin typeface="Arial" panose="020B0604020202020204" pitchFamily="34" charset="0"/>
                <a:cs typeface="Arial" panose="020B0604020202020204" pitchFamily="34" charset="0"/>
              </a:rPr>
              <a:t>Gestion des utilisateurs</a:t>
            </a:r>
            <a:endParaRPr lang="fr-TG" sz="3200" b="1" dirty="0">
              <a:solidFill>
                <a:schemeClr val="accent2"/>
              </a:solidFill>
              <a:latin typeface="Arial" panose="020B0604020202020204" pitchFamily="34" charset="0"/>
              <a:cs typeface="Arial" panose="020B0604020202020204" pitchFamily="34" charset="0"/>
            </a:endParaRPr>
          </a:p>
        </p:txBody>
      </p:sp>
      <p:cxnSp>
        <p:nvCxnSpPr>
          <p:cNvPr id="5" name="Connecteur droit 4">
            <a:extLst>
              <a:ext uri="{FF2B5EF4-FFF2-40B4-BE49-F238E27FC236}">
                <a16:creationId xmlns:a16="http://schemas.microsoft.com/office/drawing/2014/main" id="{71C45B6B-C448-346F-6355-2C23081F559B}"/>
              </a:ext>
            </a:extLst>
          </p:cNvPr>
          <p:cNvCxnSpPr/>
          <p:nvPr/>
        </p:nvCxnSpPr>
        <p:spPr>
          <a:xfrm>
            <a:off x="699247" y="2707341"/>
            <a:ext cx="10676965" cy="0"/>
          </a:xfrm>
          <a:prstGeom prst="line">
            <a:avLst/>
          </a:prstGeom>
          <a:ln w="38100"/>
        </p:spPr>
        <p:style>
          <a:lnRef idx="3">
            <a:schemeClr val="accent3"/>
          </a:lnRef>
          <a:fillRef idx="0">
            <a:schemeClr val="accent3"/>
          </a:fillRef>
          <a:effectRef idx="2">
            <a:schemeClr val="accent3"/>
          </a:effectRef>
          <a:fontRef idx="minor">
            <a:schemeClr val="tx1"/>
          </a:fontRef>
        </p:style>
      </p:cxnSp>
      <p:cxnSp>
        <p:nvCxnSpPr>
          <p:cNvPr id="6" name="Connecteur droit 5">
            <a:extLst>
              <a:ext uri="{FF2B5EF4-FFF2-40B4-BE49-F238E27FC236}">
                <a16:creationId xmlns:a16="http://schemas.microsoft.com/office/drawing/2014/main" id="{D880426B-8F27-D195-7453-BB7576A9211C}"/>
              </a:ext>
            </a:extLst>
          </p:cNvPr>
          <p:cNvCxnSpPr/>
          <p:nvPr/>
        </p:nvCxnSpPr>
        <p:spPr>
          <a:xfrm>
            <a:off x="681318" y="4347883"/>
            <a:ext cx="10676965"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C9EF07F8-8638-A3CD-3B6E-9561DC85D887}"/>
              </a:ext>
            </a:extLst>
          </p:cNvPr>
          <p:cNvSpPr>
            <a:spLocks noGrp="1"/>
          </p:cNvSpPr>
          <p:nvPr>
            <p:ph type="sldNum" sz="quarter" idx="12"/>
          </p:nvPr>
        </p:nvSpPr>
        <p:spPr/>
        <p:txBody>
          <a:bodyPr/>
          <a:lstStyle/>
          <a:p>
            <a:fld id="{0C5F4B61-0767-4F53-A17E-BD53F46B3D0F}" type="slidenum">
              <a:rPr lang="fr-TG" smtClean="0"/>
              <a:t>11</a:t>
            </a:fld>
            <a:endParaRPr lang="fr-TG"/>
          </a:p>
        </p:txBody>
      </p:sp>
    </p:spTree>
    <p:extLst>
      <p:ext uri="{BB962C8B-B14F-4D97-AF65-F5344CB8AC3E}">
        <p14:creationId xmlns:p14="http://schemas.microsoft.com/office/powerpoint/2010/main" val="3024262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Gestion des Utilisateurs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12</a:t>
            </a:fld>
            <a:endParaRPr lang="fr-TG" dirty="0"/>
          </a:p>
        </p:txBody>
      </p:sp>
      <p:sp>
        <p:nvSpPr>
          <p:cNvPr id="3" name="Espace réservé du contenu 2">
            <a:extLst>
              <a:ext uri="{FF2B5EF4-FFF2-40B4-BE49-F238E27FC236}">
                <a16:creationId xmlns:a16="http://schemas.microsoft.com/office/drawing/2014/main" id="{405D157A-23D6-63D9-BCFA-90AE28995319}"/>
              </a:ext>
            </a:extLst>
          </p:cNvPr>
          <p:cNvSpPr>
            <a:spLocks noGrp="1"/>
          </p:cNvSpPr>
          <p:nvPr>
            <p:ph idx="1"/>
          </p:nvPr>
        </p:nvSpPr>
        <p:spPr>
          <a:xfrm>
            <a:off x="376517" y="1069694"/>
            <a:ext cx="11527615" cy="5525837"/>
          </a:xfrm>
        </p:spPr>
        <p:txBody>
          <a:bodyPr>
            <a:noAutofit/>
          </a:bodyPr>
          <a:lstStyle/>
          <a:p>
            <a:pPr algn="just">
              <a:lnSpc>
                <a:spcPct val="107000"/>
              </a:lnSpc>
              <a:spcAft>
                <a:spcPts val="800"/>
              </a:spcAft>
              <a:buFont typeface="Wingdings" panose="05000000000000000000" pitchFamily="2" charset="2"/>
              <a:buChar char="§"/>
            </a:pPr>
            <a:r>
              <a:rPr lang="fr-FR" sz="2000" b="0" i="0" u="none" strike="noStrike" baseline="0" dirty="0">
                <a:solidFill>
                  <a:srgbClr val="212121"/>
                </a:solidFill>
                <a:latin typeface="Arial" panose="020B0604020202020204" pitchFamily="34" charset="0"/>
                <a:cs typeface="Arial" panose="020B0604020202020204" pitchFamily="34" charset="0"/>
              </a:rPr>
              <a:t>Pour créer un nouvel utilisateur dans l’unité </a:t>
            </a:r>
            <a:r>
              <a:rPr lang="fr-FR" sz="2000" b="1" i="0" u="none" strike="noStrike" baseline="0" dirty="0">
                <a:solidFill>
                  <a:srgbClr val="212121"/>
                </a:solidFill>
                <a:latin typeface="Arial" panose="020B0604020202020204" pitchFamily="34" charset="0"/>
                <a:cs typeface="Arial" panose="020B0604020202020204" pitchFamily="34" charset="0"/>
              </a:rPr>
              <a:t>TRI</a:t>
            </a:r>
            <a:r>
              <a:rPr lang="fr-FR" sz="2000" b="0" i="0" u="none" strike="noStrike" baseline="0" dirty="0">
                <a:solidFill>
                  <a:srgbClr val="212121"/>
                </a:solidFill>
                <a:latin typeface="Arial" panose="020B0604020202020204" pitchFamily="34" charset="0"/>
                <a:cs typeface="Arial" panose="020B0604020202020204" pitchFamily="34" charset="0"/>
              </a:rPr>
              <a:t>. Clic droit sur </a:t>
            </a:r>
            <a:r>
              <a:rPr lang="fr-FR" sz="2000" b="1" i="0" u="none" strike="noStrike" baseline="0" dirty="0">
                <a:solidFill>
                  <a:srgbClr val="212121"/>
                </a:solidFill>
                <a:latin typeface="Arial" panose="020B0604020202020204" pitchFamily="34" charset="0"/>
                <a:cs typeface="Arial" panose="020B0604020202020204" pitchFamily="34" charset="0"/>
              </a:rPr>
              <a:t>TRI </a:t>
            </a:r>
            <a:r>
              <a:rPr lang="fr-FR" sz="2000" b="0" i="0" u="none" strike="noStrike" baseline="0" dirty="0">
                <a:solidFill>
                  <a:srgbClr val="212121"/>
                </a:solidFill>
                <a:latin typeface="Arial" panose="020B0604020202020204" pitchFamily="34" charset="0"/>
                <a:cs typeface="Arial" panose="020B0604020202020204" pitchFamily="34" charset="0"/>
              </a:rPr>
              <a:t>ensuite Nouveau puis </a:t>
            </a:r>
            <a:r>
              <a:rPr lang="fr-FR" sz="2000" b="1" i="0" u="none" strike="noStrike" baseline="0" dirty="0">
                <a:solidFill>
                  <a:srgbClr val="212121"/>
                </a:solidFill>
                <a:latin typeface="Arial" panose="020B0604020202020204" pitchFamily="34" charset="0"/>
                <a:cs typeface="Arial" panose="020B0604020202020204" pitchFamily="34" charset="0"/>
              </a:rPr>
              <a:t>Utilisateur. </a:t>
            </a:r>
          </a:p>
          <a:p>
            <a:pPr algn="just">
              <a:lnSpc>
                <a:spcPct val="107000"/>
              </a:lnSpc>
              <a:spcAft>
                <a:spcPts val="800"/>
              </a:spcAft>
              <a:buFont typeface="Wingdings" panose="05000000000000000000" pitchFamily="2" charset="2"/>
              <a:buChar char="§"/>
            </a:pPr>
            <a:endParaRPr lang="fr-FR" sz="2000" b="1" dirty="0">
              <a:solidFill>
                <a:srgbClr val="212121"/>
              </a:solidFill>
              <a:effectLst/>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buFont typeface="Wingdings" panose="05000000000000000000" pitchFamily="2" charset="2"/>
              <a:buChar char="§"/>
            </a:pPr>
            <a:endParaRPr lang="fr-FR" sz="2000" b="1" dirty="0">
              <a:solidFill>
                <a:srgbClr val="212121"/>
              </a:solidFill>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buFont typeface="Wingdings" panose="05000000000000000000" pitchFamily="2" charset="2"/>
              <a:buChar char="§"/>
            </a:pPr>
            <a:endParaRPr lang="fr-FR" sz="2000" b="1" dirty="0">
              <a:solidFill>
                <a:srgbClr val="212121"/>
              </a:solidFill>
              <a:effectLst/>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buFont typeface="Wingdings" panose="05000000000000000000" pitchFamily="2" charset="2"/>
              <a:buChar char="§"/>
            </a:pPr>
            <a:endParaRPr lang="fr-FR" sz="2000" b="1" dirty="0">
              <a:solidFill>
                <a:srgbClr val="212121"/>
              </a:solidFill>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buFont typeface="Wingdings" panose="05000000000000000000" pitchFamily="2" charset="2"/>
              <a:buChar char="§"/>
            </a:pPr>
            <a:endParaRPr lang="fr-FR" sz="2000" b="1" dirty="0">
              <a:solidFill>
                <a:srgbClr val="212121"/>
              </a:solidFill>
              <a:effectLst/>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buFont typeface="Wingdings" panose="05000000000000000000" pitchFamily="2" charset="2"/>
              <a:buChar char="§"/>
            </a:pPr>
            <a:endParaRPr lang="fr-FR" sz="2000" b="1" dirty="0">
              <a:solidFill>
                <a:srgbClr val="212121"/>
              </a:solidFill>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buFont typeface="Wingdings" panose="05000000000000000000" pitchFamily="2" charset="2"/>
              <a:buChar char="§"/>
            </a:pPr>
            <a:endParaRPr lang="fr-FR" sz="2000" b="1" dirty="0">
              <a:solidFill>
                <a:srgbClr val="212121"/>
              </a:solidFill>
              <a:effectLst/>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buFont typeface="Wingdings" panose="05000000000000000000" pitchFamily="2" charset="2"/>
              <a:buChar char="§"/>
            </a:pPr>
            <a:r>
              <a:rPr lang="fr-FR" sz="2000" b="0" i="0" u="none" strike="noStrike" baseline="0" dirty="0">
                <a:solidFill>
                  <a:srgbClr val="000000"/>
                </a:solidFill>
                <a:latin typeface="Arial" panose="020B0604020202020204" pitchFamily="34" charset="0"/>
                <a:cs typeface="Arial" panose="020B0604020202020204" pitchFamily="34" charset="0"/>
              </a:rPr>
              <a:t>Dans notre exemple, nous allons créer un utilisateur qui s’appelle </a:t>
            </a:r>
            <a:r>
              <a:rPr lang="fr-FR" sz="2000" b="1" i="0" u="none" strike="noStrike" baseline="0" dirty="0">
                <a:solidFill>
                  <a:srgbClr val="000000"/>
                </a:solidFill>
                <a:latin typeface="Arial" panose="020B0604020202020204" pitchFamily="34" charset="0"/>
                <a:cs typeface="Arial" panose="020B0604020202020204" pitchFamily="34" charset="0"/>
              </a:rPr>
              <a:t>Ilham ZITI </a:t>
            </a:r>
            <a:r>
              <a:rPr lang="fr-FR" sz="2000" b="0" i="0" u="none" strike="noStrike" baseline="0" dirty="0">
                <a:solidFill>
                  <a:srgbClr val="000000"/>
                </a:solidFill>
                <a:latin typeface="Arial" panose="020B0604020202020204" pitchFamily="34" charset="0"/>
                <a:cs typeface="Arial" panose="020B0604020202020204" pitchFamily="34" charset="0"/>
              </a:rPr>
              <a:t>avec le nom d’ouverture de session </a:t>
            </a:r>
            <a:r>
              <a:rPr lang="fr-FR" sz="2000" b="1" i="0" u="none" strike="noStrike" baseline="0" dirty="0" err="1">
                <a:solidFill>
                  <a:srgbClr val="000000"/>
                </a:solidFill>
                <a:latin typeface="Arial" panose="020B0604020202020204" pitchFamily="34" charset="0"/>
                <a:cs typeface="Arial" panose="020B0604020202020204" pitchFamily="34" charset="0"/>
              </a:rPr>
              <a:t>iziti</a:t>
            </a:r>
            <a:r>
              <a:rPr lang="fr-FR" sz="2000" b="1" i="0" u="none" strike="noStrike" baseline="0" dirty="0">
                <a:solidFill>
                  <a:srgbClr val="000000"/>
                </a:solidFill>
                <a:latin typeface="Arial" panose="020B0604020202020204" pitchFamily="34" charset="0"/>
                <a:cs typeface="Arial" panose="020B0604020202020204" pitchFamily="34" charset="0"/>
              </a:rPr>
              <a:t> </a:t>
            </a:r>
            <a:endParaRPr lang="en-US" sz="2000" dirty="0">
              <a:effectLst/>
              <a:latin typeface="Arial" panose="020B0604020202020204" pitchFamily="34" charset="0"/>
              <a:ea typeface="Calibri" panose="020F0502020204030204" pitchFamily="34" charset="0"/>
              <a:cs typeface="Arial" panose="020B0604020202020204" pitchFamily="34" charset="0"/>
            </a:endParaRPr>
          </a:p>
        </p:txBody>
      </p:sp>
      <p:pic>
        <p:nvPicPr>
          <p:cNvPr id="8" name="Image 7">
            <a:extLst>
              <a:ext uri="{FF2B5EF4-FFF2-40B4-BE49-F238E27FC236}">
                <a16:creationId xmlns:a16="http://schemas.microsoft.com/office/drawing/2014/main" id="{9CF05C58-0EBC-E89A-E098-8CE07A634D54}"/>
              </a:ext>
            </a:extLst>
          </p:cNvPr>
          <p:cNvPicPr>
            <a:picLocks noChangeAspect="1"/>
          </p:cNvPicPr>
          <p:nvPr/>
        </p:nvPicPr>
        <p:blipFill>
          <a:blip r:embed="rId2"/>
          <a:stretch>
            <a:fillRect/>
          </a:stretch>
        </p:blipFill>
        <p:spPr>
          <a:xfrm>
            <a:off x="2165349" y="1810312"/>
            <a:ext cx="7200900" cy="3943350"/>
          </a:xfrm>
          <a:prstGeom prst="rect">
            <a:avLst/>
          </a:prstGeom>
        </p:spPr>
      </p:pic>
    </p:spTree>
    <p:extLst>
      <p:ext uri="{BB962C8B-B14F-4D97-AF65-F5344CB8AC3E}">
        <p14:creationId xmlns:p14="http://schemas.microsoft.com/office/powerpoint/2010/main" val="1441037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Gestion des Utilisateurs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13</a:t>
            </a:fld>
            <a:endParaRPr lang="fr-TG" dirty="0"/>
          </a:p>
        </p:txBody>
      </p:sp>
      <p:sp>
        <p:nvSpPr>
          <p:cNvPr id="3" name="Espace réservé du contenu 2">
            <a:extLst>
              <a:ext uri="{FF2B5EF4-FFF2-40B4-BE49-F238E27FC236}">
                <a16:creationId xmlns:a16="http://schemas.microsoft.com/office/drawing/2014/main" id="{405D157A-23D6-63D9-BCFA-90AE28995319}"/>
              </a:ext>
            </a:extLst>
          </p:cNvPr>
          <p:cNvSpPr>
            <a:spLocks noGrp="1"/>
          </p:cNvSpPr>
          <p:nvPr>
            <p:ph idx="1"/>
          </p:nvPr>
        </p:nvSpPr>
        <p:spPr>
          <a:xfrm>
            <a:off x="6434666" y="1339670"/>
            <a:ext cx="5380816" cy="4989792"/>
          </a:xfrm>
        </p:spPr>
        <p:txBody>
          <a:bodyPr>
            <a:noAutofit/>
          </a:bodyPr>
          <a:lstStyle/>
          <a:p>
            <a:pPr algn="just"/>
            <a:r>
              <a:rPr lang="fr-FR" sz="2000" b="0" i="0" u="none" strike="noStrike" baseline="0" dirty="0">
                <a:solidFill>
                  <a:srgbClr val="212121"/>
                </a:solidFill>
                <a:latin typeface="Arial" panose="020B0604020202020204" pitchFamily="34" charset="0"/>
                <a:cs typeface="Arial" panose="020B0604020202020204" pitchFamily="34" charset="0"/>
              </a:rPr>
              <a:t>L’utilisateur a deux moyens pour ouvrir une session : </a:t>
            </a:r>
          </a:p>
          <a:p>
            <a:pPr algn="just"/>
            <a:endParaRPr lang="fr-FR" sz="2000" b="0" i="0" u="none" strike="noStrike" baseline="0" dirty="0">
              <a:solidFill>
                <a:srgbClr val="212121"/>
              </a:solidFill>
              <a:latin typeface="Arial" panose="020B0604020202020204" pitchFamily="34" charset="0"/>
              <a:cs typeface="Arial" panose="020B0604020202020204" pitchFamily="34" charset="0"/>
            </a:endParaRPr>
          </a:p>
          <a:p>
            <a:pPr marL="457200" lvl="1" indent="0" algn="just">
              <a:buNone/>
            </a:pPr>
            <a:r>
              <a:rPr lang="fr-FR" sz="2000" b="0" i="0" u="none" strike="noStrike" baseline="0" dirty="0">
                <a:solidFill>
                  <a:srgbClr val="212121"/>
                </a:solidFill>
                <a:latin typeface="Arial" panose="020B0604020202020204" pitchFamily="34" charset="0"/>
                <a:cs typeface="Arial" panose="020B0604020202020204" pitchFamily="34" charset="0"/>
              </a:rPr>
              <a:t> UPN, c’est-à-dire la forme d’adresse email, </a:t>
            </a:r>
            <a:r>
              <a:rPr lang="fr-FR" sz="2000" b="1" i="0" u="none" strike="noStrike" baseline="0" dirty="0">
                <a:solidFill>
                  <a:srgbClr val="212121"/>
                </a:solidFill>
                <a:latin typeface="Arial" panose="020B0604020202020204" pitchFamily="34" charset="0"/>
                <a:cs typeface="Arial" panose="020B0604020202020204" pitchFamily="34" charset="0"/>
              </a:rPr>
              <a:t>iziti@ntic.ma </a:t>
            </a:r>
          </a:p>
          <a:p>
            <a:pPr marL="457200" lvl="1" indent="0" algn="just">
              <a:buNone/>
            </a:pPr>
            <a:r>
              <a:rPr lang="fr-FR" sz="2000" b="0" i="0" u="none" strike="noStrike" baseline="0" dirty="0">
                <a:solidFill>
                  <a:srgbClr val="212121"/>
                </a:solidFill>
                <a:latin typeface="Arial" panose="020B0604020202020204" pitchFamily="34" charset="0"/>
                <a:cs typeface="Arial" panose="020B0604020202020204" pitchFamily="34" charset="0"/>
              </a:rPr>
              <a:t> Authentification Windows NT ou 2000 avec le nom du domaine </a:t>
            </a:r>
            <a:r>
              <a:rPr lang="fr-FR" sz="2000" b="0" i="0" u="none" strike="noStrike" baseline="0" dirty="0" err="1">
                <a:solidFill>
                  <a:srgbClr val="212121"/>
                </a:solidFill>
                <a:latin typeface="Arial" panose="020B0604020202020204" pitchFamily="34" charset="0"/>
                <a:cs typeface="Arial" panose="020B0604020202020204" pitchFamily="34" charset="0"/>
              </a:rPr>
              <a:t>Netbios</a:t>
            </a:r>
            <a:r>
              <a:rPr lang="fr-FR" sz="2000" b="0" i="0" u="none" strike="noStrike" baseline="0" dirty="0">
                <a:solidFill>
                  <a:srgbClr val="212121"/>
                </a:solidFill>
                <a:latin typeface="Arial" panose="020B0604020202020204" pitchFamily="34" charset="0"/>
                <a:cs typeface="Arial" panose="020B0604020202020204" pitchFamily="34" charset="0"/>
              </a:rPr>
              <a:t> suivi de l’utilisateur, </a:t>
            </a:r>
            <a:r>
              <a:rPr lang="fr-FR" sz="2000" b="1" i="0" u="none" strike="noStrike" baseline="0" dirty="0">
                <a:solidFill>
                  <a:srgbClr val="212121"/>
                </a:solidFill>
                <a:latin typeface="Arial" panose="020B0604020202020204" pitchFamily="34" charset="0"/>
                <a:cs typeface="Arial" panose="020B0604020202020204" pitchFamily="34" charset="0"/>
              </a:rPr>
              <a:t>NTIC\</a:t>
            </a:r>
            <a:r>
              <a:rPr lang="fr-FR" sz="2000" b="1" i="0" u="none" strike="noStrike" baseline="0" dirty="0" err="1">
                <a:solidFill>
                  <a:srgbClr val="212121"/>
                </a:solidFill>
                <a:latin typeface="Arial" panose="020B0604020202020204" pitchFamily="34" charset="0"/>
                <a:cs typeface="Arial" panose="020B0604020202020204" pitchFamily="34" charset="0"/>
              </a:rPr>
              <a:t>iziti</a:t>
            </a:r>
            <a:r>
              <a:rPr lang="fr-FR" sz="2000" b="0" i="0" u="none" strike="noStrike" baseline="0" dirty="0">
                <a:solidFill>
                  <a:srgbClr val="212121"/>
                </a:solidFill>
                <a:latin typeface="Arial" panose="020B0604020202020204" pitchFamily="34" charset="0"/>
                <a:cs typeface="Arial" panose="020B0604020202020204" pitchFamily="34" charset="0"/>
              </a:rPr>
              <a:t>. </a:t>
            </a:r>
          </a:p>
          <a:p>
            <a:pPr algn="just"/>
            <a:endParaRPr lang="en-US" sz="2000" b="0" i="0" u="none" strike="noStrike" baseline="0" dirty="0">
              <a:solidFill>
                <a:srgbClr val="212121"/>
              </a:solidFill>
              <a:latin typeface="Arial" panose="020B0604020202020204" pitchFamily="34" charset="0"/>
              <a:cs typeface="Arial" panose="020B0604020202020204" pitchFamily="34" charset="0"/>
            </a:endParaRPr>
          </a:p>
          <a:p>
            <a:pPr marL="0" indent="0" algn="just">
              <a:buNone/>
            </a:pPr>
            <a:r>
              <a:rPr lang="fr-FR" sz="2000" b="0" i="0" u="none" strike="noStrike" baseline="0" dirty="0">
                <a:solidFill>
                  <a:srgbClr val="212121"/>
                </a:solidFill>
                <a:latin typeface="Arial" panose="020B0604020202020204" pitchFamily="34" charset="0"/>
                <a:cs typeface="Arial" panose="020B0604020202020204" pitchFamily="34" charset="0"/>
              </a:rPr>
              <a:t>Saisir un mot de passe complexe, le mot de passe doit contenir au moins 7 caractères avec au moins 3 des éléments suivants : une majuscule, une minuscule, un nombre et un symbole </a:t>
            </a:r>
            <a:endParaRPr lang="en-US" sz="2000" dirty="0">
              <a:effectLst/>
              <a:latin typeface="Arial" panose="020B0604020202020204" pitchFamily="34" charset="0"/>
              <a:ea typeface="Calibri" panose="020F0502020204030204" pitchFamily="34" charset="0"/>
              <a:cs typeface="Arial" panose="020B0604020202020204" pitchFamily="34" charset="0"/>
            </a:endParaRPr>
          </a:p>
        </p:txBody>
      </p:sp>
      <p:pic>
        <p:nvPicPr>
          <p:cNvPr id="5" name="Image 4">
            <a:extLst>
              <a:ext uri="{FF2B5EF4-FFF2-40B4-BE49-F238E27FC236}">
                <a16:creationId xmlns:a16="http://schemas.microsoft.com/office/drawing/2014/main" id="{4D883C37-C2B8-3AD0-AA95-3A057B8CF882}"/>
              </a:ext>
            </a:extLst>
          </p:cNvPr>
          <p:cNvPicPr>
            <a:picLocks noChangeAspect="1"/>
          </p:cNvPicPr>
          <p:nvPr/>
        </p:nvPicPr>
        <p:blipFill>
          <a:blip r:embed="rId2"/>
          <a:stretch>
            <a:fillRect/>
          </a:stretch>
        </p:blipFill>
        <p:spPr>
          <a:xfrm>
            <a:off x="376518" y="1161339"/>
            <a:ext cx="5961719" cy="5070124"/>
          </a:xfrm>
          <a:prstGeom prst="rect">
            <a:avLst/>
          </a:prstGeom>
        </p:spPr>
      </p:pic>
    </p:spTree>
    <p:extLst>
      <p:ext uri="{BB962C8B-B14F-4D97-AF65-F5344CB8AC3E}">
        <p14:creationId xmlns:p14="http://schemas.microsoft.com/office/powerpoint/2010/main" val="1932720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Gestion des Utilisateurs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14</a:t>
            </a:fld>
            <a:endParaRPr lang="fr-TG" dirty="0"/>
          </a:p>
        </p:txBody>
      </p:sp>
      <p:sp>
        <p:nvSpPr>
          <p:cNvPr id="3" name="Espace réservé du contenu 2">
            <a:extLst>
              <a:ext uri="{FF2B5EF4-FFF2-40B4-BE49-F238E27FC236}">
                <a16:creationId xmlns:a16="http://schemas.microsoft.com/office/drawing/2014/main" id="{405D157A-23D6-63D9-BCFA-90AE28995319}"/>
              </a:ext>
            </a:extLst>
          </p:cNvPr>
          <p:cNvSpPr>
            <a:spLocks noGrp="1"/>
          </p:cNvSpPr>
          <p:nvPr>
            <p:ph idx="1"/>
          </p:nvPr>
        </p:nvSpPr>
        <p:spPr>
          <a:xfrm>
            <a:off x="6417732" y="2363351"/>
            <a:ext cx="5380816" cy="2588863"/>
          </a:xfrm>
        </p:spPr>
        <p:txBody>
          <a:bodyPr>
            <a:noAutofit/>
          </a:bodyPr>
          <a:lstStyle/>
          <a:p>
            <a:pPr algn="just"/>
            <a:r>
              <a:rPr lang="fr-FR" sz="2000" b="0" i="0" u="none" strike="noStrike" baseline="0" dirty="0">
                <a:solidFill>
                  <a:srgbClr val="212121"/>
                </a:solidFill>
                <a:latin typeface="Arial" panose="020B0604020202020204" pitchFamily="34" charset="0"/>
                <a:cs typeface="Arial" panose="020B0604020202020204" pitchFamily="34" charset="0"/>
              </a:rPr>
              <a:t>L’option L’utilisateur doit changer le mot de passe à la prochaine ouverture de session forcera l’utilisateur à changer le mot de passe transmis et entré ci-dessus à la première connexion sur le domaine. Après avoir entré le mot de passe, nous obtenons un résumé des informations de l’utilisateur. </a:t>
            </a:r>
            <a:endParaRPr lang="en-US" sz="2000" dirty="0">
              <a:effectLst/>
              <a:latin typeface="Arial" panose="020B0604020202020204" pitchFamily="34" charset="0"/>
              <a:ea typeface="Calibri" panose="020F0502020204030204" pitchFamily="34" charset="0"/>
              <a:cs typeface="Arial" panose="020B0604020202020204" pitchFamily="34" charset="0"/>
            </a:endParaRPr>
          </a:p>
        </p:txBody>
      </p:sp>
      <p:pic>
        <p:nvPicPr>
          <p:cNvPr id="8" name="Image 7">
            <a:extLst>
              <a:ext uri="{FF2B5EF4-FFF2-40B4-BE49-F238E27FC236}">
                <a16:creationId xmlns:a16="http://schemas.microsoft.com/office/drawing/2014/main" id="{FC7E5DEA-870E-7240-8B96-1308948BAECA}"/>
              </a:ext>
            </a:extLst>
          </p:cNvPr>
          <p:cNvPicPr>
            <a:picLocks noChangeAspect="1"/>
          </p:cNvPicPr>
          <p:nvPr/>
        </p:nvPicPr>
        <p:blipFill>
          <a:blip r:embed="rId2"/>
          <a:stretch>
            <a:fillRect/>
          </a:stretch>
        </p:blipFill>
        <p:spPr>
          <a:xfrm>
            <a:off x="249517" y="1229914"/>
            <a:ext cx="5996317" cy="5099547"/>
          </a:xfrm>
          <a:prstGeom prst="rect">
            <a:avLst/>
          </a:prstGeom>
        </p:spPr>
      </p:pic>
    </p:spTree>
    <p:extLst>
      <p:ext uri="{BB962C8B-B14F-4D97-AF65-F5344CB8AC3E}">
        <p14:creationId xmlns:p14="http://schemas.microsoft.com/office/powerpoint/2010/main" val="655022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Gestion des Utilisateurs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15</a:t>
            </a:fld>
            <a:endParaRPr lang="fr-TG" dirty="0"/>
          </a:p>
        </p:txBody>
      </p:sp>
      <p:sp>
        <p:nvSpPr>
          <p:cNvPr id="3" name="Espace réservé du contenu 2">
            <a:extLst>
              <a:ext uri="{FF2B5EF4-FFF2-40B4-BE49-F238E27FC236}">
                <a16:creationId xmlns:a16="http://schemas.microsoft.com/office/drawing/2014/main" id="{405D157A-23D6-63D9-BCFA-90AE28995319}"/>
              </a:ext>
            </a:extLst>
          </p:cNvPr>
          <p:cNvSpPr>
            <a:spLocks noGrp="1"/>
          </p:cNvSpPr>
          <p:nvPr>
            <p:ph idx="1"/>
          </p:nvPr>
        </p:nvSpPr>
        <p:spPr>
          <a:xfrm>
            <a:off x="7586132" y="3539067"/>
            <a:ext cx="4072467" cy="1518732"/>
          </a:xfrm>
        </p:spPr>
        <p:txBody>
          <a:bodyPr>
            <a:noAutofit/>
          </a:bodyPr>
          <a:lstStyle/>
          <a:p>
            <a:pPr algn="just"/>
            <a:r>
              <a:rPr lang="fr-FR" sz="2400" b="0" i="0" u="none" strike="noStrike" baseline="0" dirty="0">
                <a:solidFill>
                  <a:srgbClr val="212121"/>
                </a:solidFill>
                <a:latin typeface="Arial" panose="020B0604020202020204" pitchFamily="34" charset="0"/>
                <a:cs typeface="Arial" panose="020B0604020202020204" pitchFamily="34" charset="0"/>
              </a:rPr>
              <a:t>Cliquer sur Terminer et l’utilisateur est créé </a:t>
            </a:r>
            <a:endParaRPr lang="en-US" sz="2400" dirty="0">
              <a:effectLst/>
              <a:latin typeface="Arial" panose="020B0604020202020204" pitchFamily="34" charset="0"/>
              <a:ea typeface="Calibri" panose="020F0502020204030204" pitchFamily="34" charset="0"/>
              <a:cs typeface="Arial" panose="020B0604020202020204" pitchFamily="34" charset="0"/>
            </a:endParaRPr>
          </a:p>
        </p:txBody>
      </p:sp>
      <p:pic>
        <p:nvPicPr>
          <p:cNvPr id="5" name="Image 4">
            <a:extLst>
              <a:ext uri="{FF2B5EF4-FFF2-40B4-BE49-F238E27FC236}">
                <a16:creationId xmlns:a16="http://schemas.microsoft.com/office/drawing/2014/main" id="{FC4C21B7-ADDE-3A5C-5C64-5F6F04C9FAF0}"/>
              </a:ext>
            </a:extLst>
          </p:cNvPr>
          <p:cNvPicPr>
            <a:picLocks noChangeAspect="1"/>
          </p:cNvPicPr>
          <p:nvPr/>
        </p:nvPicPr>
        <p:blipFill>
          <a:blip r:embed="rId2"/>
          <a:stretch>
            <a:fillRect/>
          </a:stretch>
        </p:blipFill>
        <p:spPr>
          <a:xfrm>
            <a:off x="807820" y="1024752"/>
            <a:ext cx="6649112" cy="5737066"/>
          </a:xfrm>
          <a:prstGeom prst="rect">
            <a:avLst/>
          </a:prstGeom>
        </p:spPr>
      </p:pic>
    </p:spTree>
    <p:extLst>
      <p:ext uri="{BB962C8B-B14F-4D97-AF65-F5344CB8AC3E}">
        <p14:creationId xmlns:p14="http://schemas.microsoft.com/office/powerpoint/2010/main" val="1303415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Gestion des Utilisateurs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16</a:t>
            </a:fld>
            <a:endParaRPr lang="fr-TG" dirty="0"/>
          </a:p>
        </p:txBody>
      </p:sp>
      <p:sp>
        <p:nvSpPr>
          <p:cNvPr id="3" name="Espace réservé du contenu 2">
            <a:extLst>
              <a:ext uri="{FF2B5EF4-FFF2-40B4-BE49-F238E27FC236}">
                <a16:creationId xmlns:a16="http://schemas.microsoft.com/office/drawing/2014/main" id="{405D157A-23D6-63D9-BCFA-90AE28995319}"/>
              </a:ext>
            </a:extLst>
          </p:cNvPr>
          <p:cNvSpPr>
            <a:spLocks noGrp="1"/>
          </p:cNvSpPr>
          <p:nvPr>
            <p:ph idx="1"/>
          </p:nvPr>
        </p:nvSpPr>
        <p:spPr>
          <a:xfrm>
            <a:off x="376518" y="5565751"/>
            <a:ext cx="11536082" cy="993795"/>
          </a:xfrm>
        </p:spPr>
        <p:txBody>
          <a:bodyPr>
            <a:noAutofit/>
          </a:bodyPr>
          <a:lstStyle/>
          <a:p>
            <a:pPr algn="just"/>
            <a:r>
              <a:rPr lang="fr-FR" sz="2000" b="0" i="0" u="none" strike="noStrike" baseline="0" dirty="0">
                <a:solidFill>
                  <a:srgbClr val="212121"/>
                </a:solidFill>
                <a:latin typeface="Arial" panose="020B0604020202020204" pitchFamily="34" charset="0"/>
                <a:cs typeface="Arial" panose="020B0604020202020204" pitchFamily="34" charset="0"/>
              </a:rPr>
              <a:t>S’il on affiche les propriétés de l’utilisateur avec un clique droite puis </a:t>
            </a:r>
            <a:r>
              <a:rPr lang="fr-FR" sz="2000" b="1" i="0" u="none" strike="noStrike" baseline="0" dirty="0">
                <a:solidFill>
                  <a:srgbClr val="212121"/>
                </a:solidFill>
                <a:latin typeface="Arial" panose="020B0604020202020204" pitchFamily="34" charset="0"/>
                <a:cs typeface="Arial" panose="020B0604020202020204" pitchFamily="34" charset="0"/>
              </a:rPr>
              <a:t>Propriétés </a:t>
            </a:r>
            <a:r>
              <a:rPr lang="fr-FR" sz="2000" b="0" i="0" u="none" strike="noStrike" baseline="0" dirty="0">
                <a:solidFill>
                  <a:srgbClr val="212121"/>
                </a:solidFill>
                <a:latin typeface="Arial" panose="020B0604020202020204" pitchFamily="34" charset="0"/>
                <a:cs typeface="Arial" panose="020B0604020202020204" pitchFamily="34" charset="0"/>
              </a:rPr>
              <a:t>ou en double cliquant dessus, on voit que l’on a beaucoup plus d’informations que dans l’assistant. On peut alors remplir le bureau, le numéro de téléphone, etc. de l’utilisateur. </a:t>
            </a:r>
            <a:endParaRPr lang="en-US" sz="2000" dirty="0">
              <a:effectLst/>
              <a:latin typeface="Arial" panose="020B0604020202020204" pitchFamily="34" charset="0"/>
              <a:ea typeface="Calibri" panose="020F0502020204030204" pitchFamily="34" charset="0"/>
              <a:cs typeface="Arial" panose="020B0604020202020204" pitchFamily="34" charset="0"/>
            </a:endParaRPr>
          </a:p>
        </p:txBody>
      </p:sp>
      <p:pic>
        <p:nvPicPr>
          <p:cNvPr id="8" name="Image 7">
            <a:extLst>
              <a:ext uri="{FF2B5EF4-FFF2-40B4-BE49-F238E27FC236}">
                <a16:creationId xmlns:a16="http://schemas.microsoft.com/office/drawing/2014/main" id="{FDBE1783-B33F-B03B-F7F2-7DAC220700AD}"/>
              </a:ext>
            </a:extLst>
          </p:cNvPr>
          <p:cNvPicPr>
            <a:picLocks noChangeAspect="1"/>
          </p:cNvPicPr>
          <p:nvPr/>
        </p:nvPicPr>
        <p:blipFill>
          <a:blip r:embed="rId2"/>
          <a:stretch>
            <a:fillRect/>
          </a:stretch>
        </p:blipFill>
        <p:spPr>
          <a:xfrm>
            <a:off x="903399" y="1005261"/>
            <a:ext cx="10704401" cy="4195345"/>
          </a:xfrm>
          <a:prstGeom prst="rect">
            <a:avLst/>
          </a:prstGeom>
        </p:spPr>
      </p:pic>
    </p:spTree>
    <p:extLst>
      <p:ext uri="{BB962C8B-B14F-4D97-AF65-F5344CB8AC3E}">
        <p14:creationId xmlns:p14="http://schemas.microsoft.com/office/powerpoint/2010/main" val="2489832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Gestion des Utilisateurs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17</a:t>
            </a:fld>
            <a:endParaRPr lang="fr-TG" dirty="0"/>
          </a:p>
        </p:txBody>
      </p:sp>
      <p:sp>
        <p:nvSpPr>
          <p:cNvPr id="3" name="Espace réservé du contenu 2">
            <a:extLst>
              <a:ext uri="{FF2B5EF4-FFF2-40B4-BE49-F238E27FC236}">
                <a16:creationId xmlns:a16="http://schemas.microsoft.com/office/drawing/2014/main" id="{405D157A-23D6-63D9-BCFA-90AE28995319}"/>
              </a:ext>
            </a:extLst>
          </p:cNvPr>
          <p:cNvSpPr>
            <a:spLocks noGrp="1"/>
          </p:cNvSpPr>
          <p:nvPr>
            <p:ph idx="1"/>
          </p:nvPr>
        </p:nvSpPr>
        <p:spPr>
          <a:xfrm>
            <a:off x="5833533" y="1882750"/>
            <a:ext cx="6121400" cy="4264050"/>
          </a:xfrm>
        </p:spPr>
        <p:txBody>
          <a:bodyPr>
            <a:noAutofit/>
          </a:bodyPr>
          <a:lstStyle/>
          <a:p>
            <a:pPr marL="0" indent="0">
              <a:buNone/>
            </a:pPr>
            <a:r>
              <a:rPr lang="fr-FR" sz="1800" b="0" i="0" u="none" strike="noStrike" baseline="0" dirty="0">
                <a:solidFill>
                  <a:srgbClr val="212121"/>
                </a:solidFill>
                <a:latin typeface="Times New Roman" panose="02020603050405020304" pitchFamily="18" charset="0"/>
              </a:rPr>
              <a:t>Dans l’anglet Compte on trouve : </a:t>
            </a:r>
          </a:p>
          <a:p>
            <a:pPr marL="0" indent="0">
              <a:buNone/>
            </a:pPr>
            <a:endParaRPr lang="fr-FR" sz="1800" b="0" i="0" u="none" strike="noStrike" baseline="0" dirty="0">
              <a:solidFill>
                <a:srgbClr val="212121"/>
              </a:solidFill>
              <a:latin typeface="Times New Roman" panose="02020603050405020304" pitchFamily="18" charset="0"/>
            </a:endParaRPr>
          </a:p>
          <a:p>
            <a:pPr marL="0" indent="0">
              <a:buNone/>
            </a:pPr>
            <a:r>
              <a:rPr lang="fr-FR" sz="1800" b="0" i="0" u="none" strike="noStrike" baseline="0" dirty="0">
                <a:solidFill>
                  <a:srgbClr val="212121"/>
                </a:solidFill>
                <a:latin typeface="Wingdings" panose="05000000000000000000" pitchFamily="2" charset="2"/>
              </a:rPr>
              <a:t> </a:t>
            </a:r>
            <a:r>
              <a:rPr lang="fr-FR" sz="1800" b="0" i="0" u="none" strike="noStrike" baseline="0" dirty="0">
                <a:solidFill>
                  <a:srgbClr val="212121"/>
                </a:solidFill>
                <a:latin typeface="Times New Roman" panose="02020603050405020304" pitchFamily="18" charset="0"/>
              </a:rPr>
              <a:t>La partie liée à l’ouverture de la session</a:t>
            </a:r>
            <a:endParaRPr lang="en-US" sz="1800" b="0" i="0" u="none" strike="noStrike" baseline="0" dirty="0">
              <a:latin typeface="Times New Roman" panose="02020603050405020304" pitchFamily="18" charset="0"/>
            </a:endParaRPr>
          </a:p>
          <a:p>
            <a:pPr marL="0" indent="0">
              <a:buNone/>
            </a:pPr>
            <a:r>
              <a:rPr lang="fr-FR" sz="1800" b="0" i="0" u="none" strike="noStrike" baseline="0" dirty="0">
                <a:solidFill>
                  <a:srgbClr val="212121"/>
                </a:solidFill>
                <a:latin typeface="Wingdings" panose="05000000000000000000" pitchFamily="2" charset="2"/>
              </a:rPr>
              <a:t> </a:t>
            </a:r>
            <a:r>
              <a:rPr lang="fr-FR" sz="1800" b="0" i="0" u="none" strike="noStrike" baseline="0" dirty="0">
                <a:solidFill>
                  <a:srgbClr val="212121"/>
                </a:solidFill>
                <a:latin typeface="Times New Roman" panose="02020603050405020304" pitchFamily="18" charset="0"/>
              </a:rPr>
              <a:t>Horaire d’accès : restriction des horaires d’accès </a:t>
            </a:r>
          </a:p>
          <a:p>
            <a:pPr marL="0" indent="0">
              <a:buNone/>
            </a:pPr>
            <a:r>
              <a:rPr lang="fr-FR" sz="1800" b="0" i="0" u="none" strike="noStrike" baseline="0" dirty="0">
                <a:solidFill>
                  <a:srgbClr val="212121"/>
                </a:solidFill>
                <a:latin typeface="Wingdings" panose="05000000000000000000" pitchFamily="2" charset="2"/>
              </a:rPr>
              <a:t> </a:t>
            </a:r>
            <a:r>
              <a:rPr lang="fr-FR" sz="1800" b="0" i="0" u="none" strike="noStrike" baseline="0" dirty="0">
                <a:solidFill>
                  <a:srgbClr val="212121"/>
                </a:solidFill>
                <a:latin typeface="Times New Roman" panose="02020603050405020304" pitchFamily="18" charset="0"/>
              </a:rPr>
              <a:t>Se connecter à : Restriction des ordinateur </a:t>
            </a:r>
          </a:p>
          <a:p>
            <a:pPr marL="0" indent="0">
              <a:buNone/>
            </a:pPr>
            <a:r>
              <a:rPr lang="en-US" sz="1800" b="0" i="0" u="none" strike="noStrike" baseline="0" dirty="0">
                <a:solidFill>
                  <a:srgbClr val="212121"/>
                </a:solidFill>
                <a:latin typeface="Wingdings" panose="05000000000000000000" pitchFamily="2" charset="2"/>
              </a:rPr>
              <a:t> </a:t>
            </a:r>
            <a:r>
              <a:rPr lang="en-US" sz="1800" b="0" i="0" u="none" strike="noStrike" baseline="0" dirty="0" err="1">
                <a:solidFill>
                  <a:srgbClr val="212121"/>
                </a:solidFill>
                <a:latin typeface="Times New Roman" panose="02020603050405020304" pitchFamily="18" charset="0"/>
              </a:rPr>
              <a:t>Verrouillage</a:t>
            </a:r>
            <a:r>
              <a:rPr lang="en-US" sz="1800" b="0" i="0" u="none" strike="noStrike" baseline="0" dirty="0">
                <a:solidFill>
                  <a:srgbClr val="212121"/>
                </a:solidFill>
                <a:latin typeface="Times New Roman" panose="02020603050405020304" pitchFamily="18" charset="0"/>
              </a:rPr>
              <a:t> du </a:t>
            </a:r>
            <a:r>
              <a:rPr lang="en-US" sz="1800" b="0" i="0" u="none" strike="noStrike" baseline="0" dirty="0" err="1">
                <a:solidFill>
                  <a:srgbClr val="212121"/>
                </a:solidFill>
                <a:latin typeface="Times New Roman" panose="02020603050405020304" pitchFamily="18" charset="0"/>
              </a:rPr>
              <a:t>compte</a:t>
            </a:r>
            <a:r>
              <a:rPr lang="en-US" sz="1800" b="0" i="0" u="none" strike="noStrike" baseline="0" dirty="0">
                <a:solidFill>
                  <a:srgbClr val="212121"/>
                </a:solidFill>
                <a:latin typeface="Times New Roman" panose="02020603050405020304" pitchFamily="18" charset="0"/>
              </a:rPr>
              <a:t> </a:t>
            </a:r>
          </a:p>
          <a:p>
            <a:pPr marL="0" indent="0">
              <a:buNone/>
            </a:pPr>
            <a:r>
              <a:rPr lang="fr-FR" sz="1800" b="0" i="0" u="none" strike="noStrike" baseline="0" dirty="0">
                <a:solidFill>
                  <a:srgbClr val="212121"/>
                </a:solidFill>
                <a:latin typeface="Wingdings" panose="05000000000000000000" pitchFamily="2" charset="2"/>
              </a:rPr>
              <a:t> </a:t>
            </a:r>
            <a:r>
              <a:rPr lang="fr-FR" sz="1800" b="0" i="0" u="none" strike="noStrike" baseline="0" dirty="0">
                <a:solidFill>
                  <a:srgbClr val="212121"/>
                </a:solidFill>
                <a:latin typeface="Times New Roman" panose="02020603050405020304" pitchFamily="18" charset="0"/>
              </a:rPr>
              <a:t>Option de compte : Gestion de mot de passe, activation ou nom du compte, chiffrement,…. </a:t>
            </a:r>
          </a:p>
          <a:p>
            <a:pPr marL="0" indent="0">
              <a:buNone/>
            </a:pPr>
            <a:r>
              <a:rPr lang="en-US" sz="1800" b="0" i="0" u="none" strike="noStrike" baseline="0" dirty="0">
                <a:solidFill>
                  <a:srgbClr val="212121"/>
                </a:solidFill>
                <a:latin typeface="Wingdings" panose="05000000000000000000" pitchFamily="2" charset="2"/>
              </a:rPr>
              <a:t> </a:t>
            </a:r>
            <a:r>
              <a:rPr lang="en-US" sz="1800" b="0" i="0" u="none" strike="noStrike" baseline="0" dirty="0">
                <a:solidFill>
                  <a:srgbClr val="212121"/>
                </a:solidFill>
                <a:latin typeface="Times New Roman" panose="02020603050405020304" pitchFamily="18" charset="0"/>
              </a:rPr>
              <a:t>Date </a:t>
            </a:r>
            <a:r>
              <a:rPr lang="en-US" sz="1800" b="0" i="0" u="none" strike="noStrike" baseline="0" dirty="0" err="1">
                <a:solidFill>
                  <a:srgbClr val="212121"/>
                </a:solidFill>
                <a:latin typeface="Times New Roman" panose="02020603050405020304" pitchFamily="18" charset="0"/>
              </a:rPr>
              <a:t>d’expiration</a:t>
            </a:r>
            <a:r>
              <a:rPr lang="en-US" sz="1800" b="0" i="0" u="none" strike="noStrike" baseline="0" dirty="0">
                <a:solidFill>
                  <a:srgbClr val="212121"/>
                </a:solidFill>
                <a:latin typeface="Times New Roman" panose="02020603050405020304" pitchFamily="18" charset="0"/>
              </a:rPr>
              <a:t> </a:t>
            </a:r>
          </a:p>
        </p:txBody>
      </p:sp>
      <p:pic>
        <p:nvPicPr>
          <p:cNvPr id="5" name="Image 4">
            <a:extLst>
              <a:ext uri="{FF2B5EF4-FFF2-40B4-BE49-F238E27FC236}">
                <a16:creationId xmlns:a16="http://schemas.microsoft.com/office/drawing/2014/main" id="{87DCB00F-29ED-0762-8C35-E332AA881D2C}"/>
              </a:ext>
            </a:extLst>
          </p:cNvPr>
          <p:cNvPicPr>
            <a:picLocks noChangeAspect="1"/>
          </p:cNvPicPr>
          <p:nvPr/>
        </p:nvPicPr>
        <p:blipFill>
          <a:blip r:embed="rId2"/>
          <a:stretch>
            <a:fillRect/>
          </a:stretch>
        </p:blipFill>
        <p:spPr>
          <a:xfrm>
            <a:off x="302154" y="1048411"/>
            <a:ext cx="5351303" cy="5572519"/>
          </a:xfrm>
          <a:prstGeom prst="rect">
            <a:avLst/>
          </a:prstGeom>
        </p:spPr>
      </p:pic>
    </p:spTree>
    <p:extLst>
      <p:ext uri="{BB962C8B-B14F-4D97-AF65-F5344CB8AC3E}">
        <p14:creationId xmlns:p14="http://schemas.microsoft.com/office/powerpoint/2010/main" val="3976954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Gestion des Utilisateurs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18</a:t>
            </a:fld>
            <a:endParaRPr lang="fr-TG" dirty="0"/>
          </a:p>
        </p:txBody>
      </p:sp>
      <p:pic>
        <p:nvPicPr>
          <p:cNvPr id="8" name="Image 7">
            <a:extLst>
              <a:ext uri="{FF2B5EF4-FFF2-40B4-BE49-F238E27FC236}">
                <a16:creationId xmlns:a16="http://schemas.microsoft.com/office/drawing/2014/main" id="{A15A4CA0-5F4B-AE34-B2FE-611D15691FA5}"/>
              </a:ext>
            </a:extLst>
          </p:cNvPr>
          <p:cNvPicPr>
            <a:picLocks noChangeAspect="1"/>
          </p:cNvPicPr>
          <p:nvPr/>
        </p:nvPicPr>
        <p:blipFill>
          <a:blip r:embed="rId2"/>
          <a:stretch>
            <a:fillRect/>
          </a:stretch>
        </p:blipFill>
        <p:spPr>
          <a:xfrm>
            <a:off x="1419755" y="1119584"/>
            <a:ext cx="5441225" cy="5601891"/>
          </a:xfrm>
          <a:prstGeom prst="rect">
            <a:avLst/>
          </a:prstGeom>
        </p:spPr>
      </p:pic>
    </p:spTree>
    <p:extLst>
      <p:ext uri="{BB962C8B-B14F-4D97-AF65-F5344CB8AC3E}">
        <p14:creationId xmlns:p14="http://schemas.microsoft.com/office/powerpoint/2010/main" val="2321961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Gestion des Utilisateurs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19</a:t>
            </a:fld>
            <a:endParaRPr lang="fr-TG" dirty="0"/>
          </a:p>
        </p:txBody>
      </p:sp>
      <p:sp>
        <p:nvSpPr>
          <p:cNvPr id="3" name="Espace réservé du contenu 2">
            <a:extLst>
              <a:ext uri="{FF2B5EF4-FFF2-40B4-BE49-F238E27FC236}">
                <a16:creationId xmlns:a16="http://schemas.microsoft.com/office/drawing/2014/main" id="{9EB79788-2F38-FDE1-3B17-7F8203BEEBB9}"/>
              </a:ext>
            </a:extLst>
          </p:cNvPr>
          <p:cNvSpPr>
            <a:spLocks noGrp="1"/>
          </p:cNvSpPr>
          <p:nvPr>
            <p:ph idx="1"/>
          </p:nvPr>
        </p:nvSpPr>
        <p:spPr>
          <a:xfrm>
            <a:off x="625415" y="1112284"/>
            <a:ext cx="9729318" cy="4264050"/>
          </a:xfrm>
        </p:spPr>
        <p:txBody>
          <a:bodyPr>
            <a:noAutofit/>
          </a:bodyPr>
          <a:lstStyle/>
          <a:p>
            <a:pPr marL="0" indent="0">
              <a:buNone/>
            </a:pPr>
            <a:r>
              <a:rPr lang="fr-FR" sz="2000" b="1" i="0" u="none" strike="noStrike" baseline="0" dirty="0">
                <a:solidFill>
                  <a:srgbClr val="0070C0"/>
                </a:solidFill>
                <a:latin typeface="Arial" panose="020B0604020202020204" pitchFamily="34" charset="0"/>
                <a:cs typeface="Arial" panose="020B0604020202020204" pitchFamily="34" charset="0"/>
              </a:rPr>
              <a:t>En PowerShell</a:t>
            </a:r>
            <a:endParaRPr lang="en-US" sz="2000" b="1" i="0" u="none" strike="noStrike" baseline="0" dirty="0">
              <a:solidFill>
                <a:srgbClr val="0070C0"/>
              </a:solidFill>
              <a:latin typeface="Arial" panose="020B0604020202020204" pitchFamily="34" charset="0"/>
              <a:cs typeface="Arial" panose="020B0604020202020204" pitchFamily="34" charset="0"/>
            </a:endParaRPr>
          </a:p>
        </p:txBody>
      </p:sp>
      <p:pic>
        <p:nvPicPr>
          <p:cNvPr id="5" name="Image 4">
            <a:extLst>
              <a:ext uri="{FF2B5EF4-FFF2-40B4-BE49-F238E27FC236}">
                <a16:creationId xmlns:a16="http://schemas.microsoft.com/office/drawing/2014/main" id="{F976267D-B967-81AF-9A57-544D18C5F93A}"/>
              </a:ext>
            </a:extLst>
          </p:cNvPr>
          <p:cNvPicPr>
            <a:picLocks noChangeAspect="1"/>
          </p:cNvPicPr>
          <p:nvPr/>
        </p:nvPicPr>
        <p:blipFill>
          <a:blip r:embed="rId2"/>
          <a:stretch>
            <a:fillRect/>
          </a:stretch>
        </p:blipFill>
        <p:spPr>
          <a:xfrm>
            <a:off x="456082" y="1611197"/>
            <a:ext cx="7096185" cy="1570304"/>
          </a:xfrm>
          <a:prstGeom prst="rect">
            <a:avLst/>
          </a:prstGeom>
        </p:spPr>
      </p:pic>
      <p:pic>
        <p:nvPicPr>
          <p:cNvPr id="10" name="Image 9">
            <a:extLst>
              <a:ext uri="{FF2B5EF4-FFF2-40B4-BE49-F238E27FC236}">
                <a16:creationId xmlns:a16="http://schemas.microsoft.com/office/drawing/2014/main" id="{FFF3EC65-0979-4B88-4080-79959CA5F48D}"/>
              </a:ext>
            </a:extLst>
          </p:cNvPr>
          <p:cNvPicPr>
            <a:picLocks noChangeAspect="1"/>
          </p:cNvPicPr>
          <p:nvPr/>
        </p:nvPicPr>
        <p:blipFill>
          <a:blip r:embed="rId3"/>
          <a:stretch>
            <a:fillRect/>
          </a:stretch>
        </p:blipFill>
        <p:spPr>
          <a:xfrm>
            <a:off x="5427135" y="2845323"/>
            <a:ext cx="5667774" cy="3916495"/>
          </a:xfrm>
          <a:prstGeom prst="rect">
            <a:avLst/>
          </a:prstGeom>
        </p:spPr>
      </p:pic>
    </p:spTree>
    <p:extLst>
      <p:ext uri="{BB962C8B-B14F-4D97-AF65-F5344CB8AC3E}">
        <p14:creationId xmlns:p14="http://schemas.microsoft.com/office/powerpoint/2010/main" val="1748127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Gestion des Utilisateurs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20</a:t>
            </a:fld>
            <a:endParaRPr lang="fr-TG" dirty="0"/>
          </a:p>
        </p:txBody>
      </p:sp>
      <p:sp>
        <p:nvSpPr>
          <p:cNvPr id="3" name="Espace réservé du contenu 2">
            <a:extLst>
              <a:ext uri="{FF2B5EF4-FFF2-40B4-BE49-F238E27FC236}">
                <a16:creationId xmlns:a16="http://schemas.microsoft.com/office/drawing/2014/main" id="{9EB79788-2F38-FDE1-3B17-7F8203BEEBB9}"/>
              </a:ext>
            </a:extLst>
          </p:cNvPr>
          <p:cNvSpPr>
            <a:spLocks noGrp="1"/>
          </p:cNvSpPr>
          <p:nvPr>
            <p:ph idx="1"/>
          </p:nvPr>
        </p:nvSpPr>
        <p:spPr>
          <a:xfrm>
            <a:off x="625415" y="1112284"/>
            <a:ext cx="9729318" cy="4264050"/>
          </a:xfrm>
        </p:spPr>
        <p:txBody>
          <a:bodyPr>
            <a:noAutofit/>
          </a:bodyPr>
          <a:lstStyle/>
          <a:p>
            <a:pPr marL="0" indent="0">
              <a:buNone/>
            </a:pPr>
            <a:r>
              <a:rPr lang="fr-FR" sz="2000" b="1" i="0" u="none" strike="noStrike" baseline="0" dirty="0">
                <a:solidFill>
                  <a:srgbClr val="0070C0"/>
                </a:solidFill>
                <a:latin typeface="Arial" panose="020B0604020202020204" pitchFamily="34" charset="0"/>
                <a:cs typeface="Arial" panose="020B0604020202020204" pitchFamily="34" charset="0"/>
              </a:rPr>
              <a:t>En PowerShell</a:t>
            </a:r>
            <a:endParaRPr lang="en-US" sz="2000" b="1" i="0" u="none" strike="noStrike" baseline="0" dirty="0">
              <a:solidFill>
                <a:srgbClr val="0070C0"/>
              </a:solidFill>
              <a:latin typeface="Arial" panose="020B0604020202020204" pitchFamily="34" charset="0"/>
              <a:cs typeface="Arial" panose="020B0604020202020204" pitchFamily="34" charset="0"/>
            </a:endParaRPr>
          </a:p>
        </p:txBody>
      </p:sp>
      <p:pic>
        <p:nvPicPr>
          <p:cNvPr id="8" name="Image 7">
            <a:extLst>
              <a:ext uri="{FF2B5EF4-FFF2-40B4-BE49-F238E27FC236}">
                <a16:creationId xmlns:a16="http://schemas.microsoft.com/office/drawing/2014/main" id="{7A3AF6B1-E44C-B189-63C5-FB5EBB9A39FC}"/>
              </a:ext>
            </a:extLst>
          </p:cNvPr>
          <p:cNvPicPr>
            <a:picLocks noChangeAspect="1"/>
          </p:cNvPicPr>
          <p:nvPr/>
        </p:nvPicPr>
        <p:blipFill>
          <a:blip r:embed="rId2"/>
          <a:stretch>
            <a:fillRect/>
          </a:stretch>
        </p:blipFill>
        <p:spPr>
          <a:xfrm>
            <a:off x="2662844" y="1112284"/>
            <a:ext cx="8309955" cy="5519700"/>
          </a:xfrm>
          <a:prstGeom prst="rect">
            <a:avLst/>
          </a:prstGeom>
        </p:spPr>
      </p:pic>
    </p:spTree>
    <p:extLst>
      <p:ext uri="{BB962C8B-B14F-4D97-AF65-F5344CB8AC3E}">
        <p14:creationId xmlns:p14="http://schemas.microsoft.com/office/powerpoint/2010/main" val="4242699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Gestion des Utilisateurs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21</a:t>
            </a:fld>
            <a:endParaRPr lang="fr-TG" dirty="0"/>
          </a:p>
        </p:txBody>
      </p:sp>
      <p:sp>
        <p:nvSpPr>
          <p:cNvPr id="3" name="Espace réservé du contenu 2">
            <a:extLst>
              <a:ext uri="{FF2B5EF4-FFF2-40B4-BE49-F238E27FC236}">
                <a16:creationId xmlns:a16="http://schemas.microsoft.com/office/drawing/2014/main" id="{9EB79788-2F38-FDE1-3B17-7F8203BEEBB9}"/>
              </a:ext>
            </a:extLst>
          </p:cNvPr>
          <p:cNvSpPr>
            <a:spLocks noGrp="1"/>
          </p:cNvSpPr>
          <p:nvPr>
            <p:ph idx="1"/>
          </p:nvPr>
        </p:nvSpPr>
        <p:spPr>
          <a:xfrm>
            <a:off x="625415" y="1112284"/>
            <a:ext cx="9729318" cy="4264050"/>
          </a:xfrm>
        </p:spPr>
        <p:txBody>
          <a:bodyPr>
            <a:noAutofit/>
          </a:bodyPr>
          <a:lstStyle/>
          <a:p>
            <a:pPr marL="0" indent="0">
              <a:buNone/>
            </a:pPr>
            <a:r>
              <a:rPr lang="fr-FR" sz="2000" b="1" i="0" u="none" strike="noStrike" baseline="0" dirty="0">
                <a:solidFill>
                  <a:srgbClr val="0070C0"/>
                </a:solidFill>
                <a:latin typeface="Arial" panose="020B0604020202020204" pitchFamily="34" charset="0"/>
                <a:cs typeface="Arial" panose="020B0604020202020204" pitchFamily="34" charset="0"/>
              </a:rPr>
              <a:t>En PowerShell</a:t>
            </a:r>
            <a:endParaRPr lang="en-US" sz="2000" b="1" i="0" u="none" strike="noStrike" baseline="0" dirty="0">
              <a:solidFill>
                <a:srgbClr val="0070C0"/>
              </a:solidFill>
              <a:latin typeface="Arial" panose="020B0604020202020204" pitchFamily="34" charset="0"/>
              <a:cs typeface="Arial" panose="020B0604020202020204" pitchFamily="34" charset="0"/>
            </a:endParaRPr>
          </a:p>
        </p:txBody>
      </p:sp>
      <p:pic>
        <p:nvPicPr>
          <p:cNvPr id="5" name="Image 4">
            <a:extLst>
              <a:ext uri="{FF2B5EF4-FFF2-40B4-BE49-F238E27FC236}">
                <a16:creationId xmlns:a16="http://schemas.microsoft.com/office/drawing/2014/main" id="{CB4CF5F8-4240-5EDD-D935-CBA815E42044}"/>
              </a:ext>
            </a:extLst>
          </p:cNvPr>
          <p:cNvPicPr>
            <a:picLocks noChangeAspect="1"/>
          </p:cNvPicPr>
          <p:nvPr/>
        </p:nvPicPr>
        <p:blipFill>
          <a:blip r:embed="rId2"/>
          <a:stretch>
            <a:fillRect/>
          </a:stretch>
        </p:blipFill>
        <p:spPr>
          <a:xfrm>
            <a:off x="2534758" y="1277229"/>
            <a:ext cx="8693700" cy="5052233"/>
          </a:xfrm>
          <a:prstGeom prst="rect">
            <a:avLst/>
          </a:prstGeom>
        </p:spPr>
      </p:pic>
    </p:spTree>
    <p:extLst>
      <p:ext uri="{BB962C8B-B14F-4D97-AF65-F5344CB8AC3E}">
        <p14:creationId xmlns:p14="http://schemas.microsoft.com/office/powerpoint/2010/main" val="222791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Gestion des Utilisateurs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22</a:t>
            </a:fld>
            <a:endParaRPr lang="fr-TG" dirty="0"/>
          </a:p>
        </p:txBody>
      </p:sp>
      <p:sp>
        <p:nvSpPr>
          <p:cNvPr id="3" name="Espace réservé du contenu 2">
            <a:extLst>
              <a:ext uri="{FF2B5EF4-FFF2-40B4-BE49-F238E27FC236}">
                <a16:creationId xmlns:a16="http://schemas.microsoft.com/office/drawing/2014/main" id="{9EB79788-2F38-FDE1-3B17-7F8203BEEBB9}"/>
              </a:ext>
            </a:extLst>
          </p:cNvPr>
          <p:cNvSpPr>
            <a:spLocks noGrp="1"/>
          </p:cNvSpPr>
          <p:nvPr>
            <p:ph idx="1"/>
          </p:nvPr>
        </p:nvSpPr>
        <p:spPr>
          <a:xfrm>
            <a:off x="625415" y="1112284"/>
            <a:ext cx="9729318" cy="4264050"/>
          </a:xfrm>
        </p:spPr>
        <p:txBody>
          <a:bodyPr>
            <a:noAutofit/>
          </a:bodyPr>
          <a:lstStyle/>
          <a:p>
            <a:pPr marL="0" indent="0">
              <a:buNone/>
            </a:pPr>
            <a:r>
              <a:rPr lang="fr-FR" sz="2000" b="1" i="0" u="none" strike="noStrike" baseline="0" dirty="0">
                <a:solidFill>
                  <a:srgbClr val="0070C0"/>
                </a:solidFill>
                <a:latin typeface="Arial" panose="020B0604020202020204" pitchFamily="34" charset="0"/>
                <a:cs typeface="Arial" panose="020B0604020202020204" pitchFamily="34" charset="0"/>
              </a:rPr>
              <a:t>En PowerShell</a:t>
            </a:r>
            <a:endParaRPr lang="en-US" sz="2000" b="1" i="0" u="none" strike="noStrike" baseline="0" dirty="0">
              <a:solidFill>
                <a:srgbClr val="0070C0"/>
              </a:solidFill>
              <a:latin typeface="Arial" panose="020B0604020202020204" pitchFamily="34" charset="0"/>
              <a:cs typeface="Arial" panose="020B0604020202020204" pitchFamily="34" charset="0"/>
            </a:endParaRPr>
          </a:p>
        </p:txBody>
      </p:sp>
      <p:pic>
        <p:nvPicPr>
          <p:cNvPr id="8" name="Image 7">
            <a:extLst>
              <a:ext uri="{FF2B5EF4-FFF2-40B4-BE49-F238E27FC236}">
                <a16:creationId xmlns:a16="http://schemas.microsoft.com/office/drawing/2014/main" id="{251D7AD3-7DFA-C736-5DAE-3A538B3FE71E}"/>
              </a:ext>
            </a:extLst>
          </p:cNvPr>
          <p:cNvPicPr>
            <a:picLocks noChangeAspect="1"/>
          </p:cNvPicPr>
          <p:nvPr/>
        </p:nvPicPr>
        <p:blipFill>
          <a:blip r:embed="rId2"/>
          <a:stretch>
            <a:fillRect/>
          </a:stretch>
        </p:blipFill>
        <p:spPr>
          <a:xfrm>
            <a:off x="2528756" y="1481666"/>
            <a:ext cx="8825044" cy="4977613"/>
          </a:xfrm>
          <a:prstGeom prst="rect">
            <a:avLst/>
          </a:prstGeom>
        </p:spPr>
      </p:pic>
    </p:spTree>
    <p:extLst>
      <p:ext uri="{BB962C8B-B14F-4D97-AF65-F5344CB8AC3E}">
        <p14:creationId xmlns:p14="http://schemas.microsoft.com/office/powerpoint/2010/main" val="25008658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Gestion des Utilisateurs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23</a:t>
            </a:fld>
            <a:endParaRPr lang="fr-TG" dirty="0"/>
          </a:p>
        </p:txBody>
      </p:sp>
      <p:sp>
        <p:nvSpPr>
          <p:cNvPr id="3" name="Espace réservé du contenu 2">
            <a:extLst>
              <a:ext uri="{FF2B5EF4-FFF2-40B4-BE49-F238E27FC236}">
                <a16:creationId xmlns:a16="http://schemas.microsoft.com/office/drawing/2014/main" id="{9EB79788-2F38-FDE1-3B17-7F8203BEEBB9}"/>
              </a:ext>
            </a:extLst>
          </p:cNvPr>
          <p:cNvSpPr>
            <a:spLocks noGrp="1"/>
          </p:cNvSpPr>
          <p:nvPr>
            <p:ph idx="1"/>
          </p:nvPr>
        </p:nvSpPr>
        <p:spPr>
          <a:xfrm>
            <a:off x="625415" y="1112284"/>
            <a:ext cx="9729318" cy="5649534"/>
          </a:xfrm>
        </p:spPr>
        <p:txBody>
          <a:bodyPr>
            <a:noAutofit/>
          </a:bodyPr>
          <a:lstStyle/>
          <a:p>
            <a:pPr marL="0" indent="0">
              <a:buNone/>
            </a:pPr>
            <a:r>
              <a:rPr lang="fr-FR" sz="2000" b="1" i="0" u="none" strike="noStrike" baseline="0" dirty="0">
                <a:solidFill>
                  <a:srgbClr val="0070C0"/>
                </a:solidFill>
                <a:latin typeface="Arial" panose="020B0604020202020204" pitchFamily="34" charset="0"/>
                <a:cs typeface="Arial" panose="020B0604020202020204" pitchFamily="34" charset="0"/>
              </a:rPr>
              <a:t>En PowerShell</a:t>
            </a:r>
          </a:p>
          <a:p>
            <a:pPr marL="0" indent="0">
              <a:buNone/>
            </a:pPr>
            <a:endParaRPr lang="fr-FR" sz="2000" b="1" dirty="0">
              <a:solidFill>
                <a:srgbClr val="0070C0"/>
              </a:solidFill>
              <a:latin typeface="Arial" panose="020B0604020202020204" pitchFamily="34" charset="0"/>
              <a:cs typeface="Arial" panose="020B0604020202020204" pitchFamily="34" charset="0"/>
            </a:endParaRPr>
          </a:p>
          <a:p>
            <a:pPr marL="0" indent="0">
              <a:buNone/>
            </a:pPr>
            <a:endParaRPr lang="fr-FR" sz="2000" b="1" i="0" u="none" strike="noStrike" baseline="0" dirty="0">
              <a:solidFill>
                <a:srgbClr val="0070C0"/>
              </a:solidFill>
              <a:latin typeface="Arial" panose="020B0604020202020204" pitchFamily="34" charset="0"/>
              <a:cs typeface="Arial" panose="020B0604020202020204" pitchFamily="34" charset="0"/>
            </a:endParaRPr>
          </a:p>
          <a:p>
            <a:pPr marL="0" indent="0">
              <a:buNone/>
            </a:pPr>
            <a:endParaRPr lang="fr-FR" sz="2000" b="1" dirty="0">
              <a:solidFill>
                <a:srgbClr val="0070C0"/>
              </a:solidFill>
              <a:latin typeface="Arial" panose="020B0604020202020204" pitchFamily="34" charset="0"/>
              <a:cs typeface="Arial" panose="020B0604020202020204" pitchFamily="34" charset="0"/>
            </a:endParaRPr>
          </a:p>
          <a:p>
            <a:pPr marL="0" indent="0">
              <a:buNone/>
            </a:pPr>
            <a:endParaRPr lang="fr-FR" sz="2000" b="1" i="0" u="none" strike="noStrike" baseline="0" dirty="0">
              <a:solidFill>
                <a:srgbClr val="0070C0"/>
              </a:solidFill>
              <a:latin typeface="Arial" panose="020B0604020202020204" pitchFamily="34" charset="0"/>
              <a:cs typeface="Arial" panose="020B0604020202020204" pitchFamily="34" charset="0"/>
            </a:endParaRPr>
          </a:p>
          <a:p>
            <a:pPr marL="0" indent="0">
              <a:buNone/>
            </a:pPr>
            <a:endParaRPr lang="fr-FR" sz="2000" b="1" dirty="0">
              <a:solidFill>
                <a:srgbClr val="0070C0"/>
              </a:solidFill>
              <a:latin typeface="Arial" panose="020B0604020202020204" pitchFamily="34" charset="0"/>
              <a:cs typeface="Arial" panose="020B0604020202020204" pitchFamily="34" charset="0"/>
            </a:endParaRPr>
          </a:p>
          <a:p>
            <a:pPr marL="0" indent="0">
              <a:buNone/>
            </a:pPr>
            <a:endParaRPr lang="fr-FR" sz="2000" b="1" i="0" u="none" strike="noStrike" baseline="0" dirty="0">
              <a:solidFill>
                <a:srgbClr val="0070C0"/>
              </a:solidFill>
              <a:latin typeface="Arial" panose="020B0604020202020204" pitchFamily="34" charset="0"/>
              <a:cs typeface="Arial" panose="020B0604020202020204" pitchFamily="34" charset="0"/>
            </a:endParaRPr>
          </a:p>
          <a:p>
            <a:pPr marL="0" indent="0">
              <a:buNone/>
            </a:pPr>
            <a:endParaRPr lang="fr-FR" sz="2000" b="1" dirty="0">
              <a:solidFill>
                <a:srgbClr val="0070C0"/>
              </a:solidFill>
              <a:latin typeface="Arial" panose="020B0604020202020204" pitchFamily="34" charset="0"/>
              <a:cs typeface="Arial" panose="020B0604020202020204" pitchFamily="34" charset="0"/>
            </a:endParaRPr>
          </a:p>
          <a:p>
            <a:pPr marL="0" indent="0">
              <a:buNone/>
            </a:pPr>
            <a:endParaRPr lang="fr-FR" sz="2000" b="1" i="0" u="none" strike="noStrike" baseline="0" dirty="0">
              <a:solidFill>
                <a:srgbClr val="0070C0"/>
              </a:solidFill>
              <a:latin typeface="Arial" panose="020B0604020202020204" pitchFamily="34" charset="0"/>
              <a:cs typeface="Arial" panose="020B0604020202020204" pitchFamily="34" charset="0"/>
            </a:endParaRPr>
          </a:p>
          <a:p>
            <a:pPr marL="0" indent="0">
              <a:buNone/>
            </a:pPr>
            <a:endParaRPr lang="fr-FR" sz="2000" b="1" dirty="0">
              <a:solidFill>
                <a:srgbClr val="0070C0"/>
              </a:solidFill>
              <a:latin typeface="Arial" panose="020B0604020202020204" pitchFamily="34" charset="0"/>
              <a:cs typeface="Arial" panose="020B0604020202020204" pitchFamily="34" charset="0"/>
            </a:endParaRPr>
          </a:p>
          <a:p>
            <a:pPr marL="0" indent="0">
              <a:buNone/>
            </a:pPr>
            <a:endParaRPr lang="fr-FR" sz="2000" b="1" i="0" u="none" strike="noStrike" baseline="0" dirty="0">
              <a:solidFill>
                <a:srgbClr val="0070C0"/>
              </a:solidFill>
              <a:latin typeface="Arial" panose="020B0604020202020204" pitchFamily="34" charset="0"/>
              <a:cs typeface="Arial" panose="020B0604020202020204" pitchFamily="34" charset="0"/>
            </a:endParaRPr>
          </a:p>
          <a:p>
            <a:pPr marL="0" indent="0">
              <a:buNone/>
            </a:pPr>
            <a:endParaRPr lang="fr-FR" sz="2000" b="1" dirty="0">
              <a:solidFill>
                <a:srgbClr val="0070C0"/>
              </a:solidFill>
              <a:latin typeface="Arial" panose="020B0604020202020204" pitchFamily="34" charset="0"/>
              <a:cs typeface="Arial" panose="020B0604020202020204" pitchFamily="34" charset="0"/>
            </a:endParaRPr>
          </a:p>
          <a:p>
            <a:pPr marL="0" indent="0" algn="just">
              <a:buNone/>
            </a:pPr>
            <a:r>
              <a:rPr lang="fr-FR" sz="1800" b="0" i="0" u="none" strike="noStrike" baseline="0" dirty="0">
                <a:solidFill>
                  <a:srgbClr val="000000"/>
                </a:solidFill>
                <a:latin typeface="Arial" panose="020B0604020202020204" pitchFamily="34" charset="0"/>
                <a:cs typeface="Arial" panose="020B0604020202020204" pitchFamily="34" charset="0"/>
              </a:rPr>
              <a:t>Pour d’afficher les propriétés </a:t>
            </a:r>
            <a:r>
              <a:rPr lang="fr-FR" sz="1800" b="0" i="0" u="none" strike="noStrike" baseline="0" dirty="0">
                <a:solidFill>
                  <a:srgbClr val="373737"/>
                </a:solidFill>
                <a:latin typeface="Arial" panose="020B0604020202020204" pitchFamily="34" charset="0"/>
                <a:cs typeface="Arial" panose="020B0604020202020204" pitchFamily="34" charset="0"/>
              </a:rPr>
              <a:t>de l’utilisateur Ilham ZITI </a:t>
            </a:r>
            <a:endParaRPr lang="en-US" sz="1800" b="1" i="0" u="none" strike="noStrike" baseline="0" dirty="0">
              <a:solidFill>
                <a:srgbClr val="0070C0"/>
              </a:solidFill>
              <a:latin typeface="Arial" panose="020B0604020202020204" pitchFamily="34" charset="0"/>
              <a:cs typeface="Arial" panose="020B0604020202020204" pitchFamily="34" charset="0"/>
            </a:endParaRPr>
          </a:p>
        </p:txBody>
      </p:sp>
      <p:pic>
        <p:nvPicPr>
          <p:cNvPr id="5" name="Image 4">
            <a:extLst>
              <a:ext uri="{FF2B5EF4-FFF2-40B4-BE49-F238E27FC236}">
                <a16:creationId xmlns:a16="http://schemas.microsoft.com/office/drawing/2014/main" id="{3B4FF1F6-48B1-9A10-0E84-4FF69DD1F6E6}"/>
              </a:ext>
            </a:extLst>
          </p:cNvPr>
          <p:cNvPicPr>
            <a:picLocks noChangeAspect="1"/>
          </p:cNvPicPr>
          <p:nvPr/>
        </p:nvPicPr>
        <p:blipFill>
          <a:blip r:embed="rId2"/>
          <a:stretch>
            <a:fillRect/>
          </a:stretch>
        </p:blipFill>
        <p:spPr>
          <a:xfrm>
            <a:off x="1030762" y="1586655"/>
            <a:ext cx="10722450" cy="4264045"/>
          </a:xfrm>
          <a:prstGeom prst="rect">
            <a:avLst/>
          </a:prstGeom>
        </p:spPr>
      </p:pic>
      <p:pic>
        <p:nvPicPr>
          <p:cNvPr id="10" name="Image 9">
            <a:extLst>
              <a:ext uri="{FF2B5EF4-FFF2-40B4-BE49-F238E27FC236}">
                <a16:creationId xmlns:a16="http://schemas.microsoft.com/office/drawing/2014/main" id="{7298DD41-3D1D-288F-9EED-D894BE6ABAA9}"/>
              </a:ext>
            </a:extLst>
          </p:cNvPr>
          <p:cNvPicPr>
            <a:picLocks noChangeAspect="1"/>
          </p:cNvPicPr>
          <p:nvPr/>
        </p:nvPicPr>
        <p:blipFill>
          <a:blip r:embed="rId3"/>
          <a:stretch>
            <a:fillRect/>
          </a:stretch>
        </p:blipFill>
        <p:spPr>
          <a:xfrm>
            <a:off x="2199787" y="6316007"/>
            <a:ext cx="8713747" cy="366762"/>
          </a:xfrm>
          <a:prstGeom prst="rect">
            <a:avLst/>
          </a:prstGeom>
        </p:spPr>
      </p:pic>
    </p:spTree>
    <p:extLst>
      <p:ext uri="{BB962C8B-B14F-4D97-AF65-F5344CB8AC3E}">
        <p14:creationId xmlns:p14="http://schemas.microsoft.com/office/powerpoint/2010/main" val="2770347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Gestion des Utilisateurs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24</a:t>
            </a:fld>
            <a:endParaRPr lang="fr-TG" dirty="0"/>
          </a:p>
        </p:txBody>
      </p:sp>
      <p:sp>
        <p:nvSpPr>
          <p:cNvPr id="3" name="Espace réservé du contenu 2">
            <a:extLst>
              <a:ext uri="{FF2B5EF4-FFF2-40B4-BE49-F238E27FC236}">
                <a16:creationId xmlns:a16="http://schemas.microsoft.com/office/drawing/2014/main" id="{9EB79788-2F38-FDE1-3B17-7F8203BEEBB9}"/>
              </a:ext>
            </a:extLst>
          </p:cNvPr>
          <p:cNvSpPr>
            <a:spLocks noGrp="1"/>
          </p:cNvSpPr>
          <p:nvPr>
            <p:ph idx="1"/>
          </p:nvPr>
        </p:nvSpPr>
        <p:spPr>
          <a:xfrm>
            <a:off x="625415" y="1112284"/>
            <a:ext cx="9729318" cy="5649534"/>
          </a:xfrm>
        </p:spPr>
        <p:txBody>
          <a:bodyPr>
            <a:noAutofit/>
          </a:bodyPr>
          <a:lstStyle/>
          <a:p>
            <a:pPr marL="0" indent="0">
              <a:buNone/>
            </a:pPr>
            <a:r>
              <a:rPr lang="fr-FR" sz="2000" b="1" i="0" u="none" strike="noStrike" baseline="0" dirty="0">
                <a:solidFill>
                  <a:srgbClr val="0070C0"/>
                </a:solidFill>
                <a:latin typeface="Arial" panose="020B0604020202020204" pitchFamily="34" charset="0"/>
                <a:cs typeface="Arial" panose="020B0604020202020204" pitchFamily="34" charset="0"/>
              </a:rPr>
              <a:t>En PowerShell</a:t>
            </a:r>
          </a:p>
          <a:p>
            <a:pPr marL="0" indent="0">
              <a:buNone/>
            </a:pPr>
            <a:endParaRPr lang="fr-FR" sz="2000" b="1" dirty="0">
              <a:solidFill>
                <a:srgbClr val="0070C0"/>
              </a:solidFill>
              <a:latin typeface="Arial" panose="020B0604020202020204" pitchFamily="34" charset="0"/>
              <a:cs typeface="Arial" panose="020B0604020202020204" pitchFamily="34" charset="0"/>
            </a:endParaRPr>
          </a:p>
          <a:p>
            <a:pPr marL="0" indent="0">
              <a:buNone/>
            </a:pPr>
            <a:endParaRPr lang="fr-FR" sz="2000" b="1" i="0" u="none" strike="noStrike" baseline="0" dirty="0">
              <a:solidFill>
                <a:srgbClr val="0070C0"/>
              </a:solidFill>
              <a:latin typeface="Arial" panose="020B0604020202020204" pitchFamily="34" charset="0"/>
              <a:cs typeface="Arial" panose="020B0604020202020204" pitchFamily="34" charset="0"/>
            </a:endParaRPr>
          </a:p>
          <a:p>
            <a:pPr marL="0" indent="0">
              <a:buNone/>
            </a:pPr>
            <a:endParaRPr lang="fr-FR" sz="2000" b="1" dirty="0">
              <a:solidFill>
                <a:srgbClr val="0070C0"/>
              </a:solidFill>
              <a:latin typeface="Arial" panose="020B0604020202020204" pitchFamily="34" charset="0"/>
              <a:cs typeface="Arial" panose="020B0604020202020204" pitchFamily="34" charset="0"/>
            </a:endParaRPr>
          </a:p>
          <a:p>
            <a:pPr marL="0" indent="0">
              <a:buNone/>
            </a:pPr>
            <a:endParaRPr lang="fr-FR" sz="2000" b="1" i="0" u="none" strike="noStrike" baseline="0" dirty="0">
              <a:solidFill>
                <a:srgbClr val="0070C0"/>
              </a:solidFill>
              <a:latin typeface="Arial" panose="020B0604020202020204" pitchFamily="34" charset="0"/>
              <a:cs typeface="Arial" panose="020B0604020202020204" pitchFamily="34" charset="0"/>
            </a:endParaRPr>
          </a:p>
          <a:p>
            <a:pPr marL="0" indent="0">
              <a:buNone/>
            </a:pPr>
            <a:endParaRPr lang="fr-FR" sz="2000" b="1" dirty="0">
              <a:solidFill>
                <a:srgbClr val="0070C0"/>
              </a:solidFill>
              <a:latin typeface="Arial" panose="020B0604020202020204" pitchFamily="34" charset="0"/>
              <a:cs typeface="Arial" panose="020B0604020202020204" pitchFamily="34" charset="0"/>
            </a:endParaRPr>
          </a:p>
          <a:p>
            <a:pPr marL="0" indent="0">
              <a:buNone/>
            </a:pPr>
            <a:endParaRPr lang="fr-FR" sz="2000" b="1" i="0" u="none" strike="noStrike" baseline="0" dirty="0">
              <a:solidFill>
                <a:srgbClr val="0070C0"/>
              </a:solidFill>
              <a:latin typeface="Arial" panose="020B0604020202020204" pitchFamily="34" charset="0"/>
              <a:cs typeface="Arial" panose="020B0604020202020204" pitchFamily="34" charset="0"/>
            </a:endParaRPr>
          </a:p>
          <a:p>
            <a:pPr marL="0" indent="0">
              <a:buNone/>
            </a:pPr>
            <a:endParaRPr lang="fr-FR" sz="2000" b="1" dirty="0">
              <a:solidFill>
                <a:srgbClr val="0070C0"/>
              </a:solidFill>
              <a:latin typeface="Arial" panose="020B0604020202020204" pitchFamily="34" charset="0"/>
              <a:cs typeface="Arial" panose="020B0604020202020204" pitchFamily="34" charset="0"/>
            </a:endParaRPr>
          </a:p>
          <a:p>
            <a:pPr marL="0" indent="0">
              <a:buNone/>
            </a:pPr>
            <a:endParaRPr lang="fr-FR" sz="2000" b="1" i="0" u="none" strike="noStrike" baseline="0" dirty="0">
              <a:solidFill>
                <a:srgbClr val="0070C0"/>
              </a:solidFill>
              <a:latin typeface="Arial" panose="020B0604020202020204" pitchFamily="34" charset="0"/>
              <a:cs typeface="Arial" panose="020B0604020202020204" pitchFamily="34" charset="0"/>
            </a:endParaRPr>
          </a:p>
          <a:p>
            <a:pPr marL="0" indent="0">
              <a:buNone/>
            </a:pPr>
            <a:endParaRPr lang="fr-FR" sz="2000" b="1" dirty="0">
              <a:solidFill>
                <a:srgbClr val="0070C0"/>
              </a:solidFill>
              <a:latin typeface="Arial" panose="020B0604020202020204" pitchFamily="34" charset="0"/>
              <a:cs typeface="Arial" panose="020B0604020202020204" pitchFamily="34" charset="0"/>
            </a:endParaRPr>
          </a:p>
          <a:p>
            <a:pPr marL="0" indent="0">
              <a:buNone/>
            </a:pPr>
            <a:endParaRPr lang="fr-FR" sz="2000" b="1" i="0" u="none" strike="noStrike" baseline="0" dirty="0">
              <a:solidFill>
                <a:srgbClr val="0070C0"/>
              </a:solidFill>
              <a:latin typeface="Arial" panose="020B0604020202020204" pitchFamily="34" charset="0"/>
              <a:cs typeface="Arial" panose="020B0604020202020204" pitchFamily="34" charset="0"/>
            </a:endParaRPr>
          </a:p>
        </p:txBody>
      </p:sp>
      <p:pic>
        <p:nvPicPr>
          <p:cNvPr id="8" name="Image 7">
            <a:extLst>
              <a:ext uri="{FF2B5EF4-FFF2-40B4-BE49-F238E27FC236}">
                <a16:creationId xmlns:a16="http://schemas.microsoft.com/office/drawing/2014/main" id="{6C774C35-7DFE-6EA8-CB60-39F304A7894E}"/>
              </a:ext>
            </a:extLst>
          </p:cNvPr>
          <p:cNvPicPr>
            <a:picLocks noChangeAspect="1"/>
          </p:cNvPicPr>
          <p:nvPr/>
        </p:nvPicPr>
        <p:blipFill>
          <a:blip r:embed="rId2"/>
          <a:stretch>
            <a:fillRect/>
          </a:stretch>
        </p:blipFill>
        <p:spPr>
          <a:xfrm>
            <a:off x="2568765" y="1321581"/>
            <a:ext cx="8285502" cy="5230939"/>
          </a:xfrm>
          <a:prstGeom prst="rect">
            <a:avLst/>
          </a:prstGeom>
        </p:spPr>
      </p:pic>
    </p:spTree>
    <p:extLst>
      <p:ext uri="{BB962C8B-B14F-4D97-AF65-F5344CB8AC3E}">
        <p14:creationId xmlns:p14="http://schemas.microsoft.com/office/powerpoint/2010/main" val="433848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312B7E-8D35-6E2F-891A-C5CD4816627E}"/>
              </a:ext>
            </a:extLst>
          </p:cNvPr>
          <p:cNvSpPr>
            <a:spLocks noGrp="1"/>
          </p:cNvSpPr>
          <p:nvPr>
            <p:ph type="ctrTitle"/>
          </p:nvPr>
        </p:nvSpPr>
        <p:spPr>
          <a:xfrm>
            <a:off x="699247" y="2633242"/>
            <a:ext cx="10793506" cy="1591516"/>
          </a:xfrm>
        </p:spPr>
        <p:txBody>
          <a:bodyPr>
            <a:noAutofit/>
          </a:bodyPr>
          <a:lstStyle/>
          <a:p>
            <a:r>
              <a:rPr lang="fr-FR" sz="3200" b="1" dirty="0">
                <a:solidFill>
                  <a:schemeClr val="accent4">
                    <a:lumMod val="50000"/>
                  </a:schemeClr>
                </a:solidFill>
                <a:latin typeface="Arial" panose="020B0604020202020204" pitchFamily="34" charset="0"/>
                <a:cs typeface="Arial" panose="020B0604020202020204" pitchFamily="34" charset="0"/>
              </a:rPr>
              <a:t>Gestion des objets AD DS</a:t>
            </a:r>
            <a:br>
              <a:rPr lang="fr-FR" sz="3200" b="1" dirty="0">
                <a:solidFill>
                  <a:schemeClr val="accent4">
                    <a:lumMod val="50000"/>
                  </a:schemeClr>
                </a:solidFill>
                <a:latin typeface="Arial" panose="020B0604020202020204" pitchFamily="34" charset="0"/>
                <a:cs typeface="Arial" panose="020B0604020202020204" pitchFamily="34" charset="0"/>
              </a:rPr>
            </a:br>
            <a:br>
              <a:rPr lang="fr-FR" sz="3200" dirty="0">
                <a:latin typeface="Arial" panose="020B0604020202020204" pitchFamily="34" charset="0"/>
                <a:cs typeface="Arial" panose="020B0604020202020204" pitchFamily="34" charset="0"/>
              </a:rPr>
            </a:br>
            <a:r>
              <a:rPr lang="fr-FR" sz="3200" b="1" dirty="0">
                <a:solidFill>
                  <a:schemeClr val="accent2"/>
                </a:solidFill>
                <a:latin typeface="Arial" panose="020B0604020202020204" pitchFamily="34" charset="0"/>
                <a:cs typeface="Arial" panose="020B0604020202020204" pitchFamily="34" charset="0"/>
              </a:rPr>
              <a:t>Joindre un domaine Active Directory</a:t>
            </a:r>
            <a:endParaRPr lang="fr-TG" sz="3200" b="1" dirty="0">
              <a:solidFill>
                <a:schemeClr val="accent2"/>
              </a:solidFill>
              <a:latin typeface="Arial" panose="020B0604020202020204" pitchFamily="34" charset="0"/>
              <a:cs typeface="Arial" panose="020B0604020202020204" pitchFamily="34" charset="0"/>
            </a:endParaRPr>
          </a:p>
        </p:txBody>
      </p:sp>
      <p:cxnSp>
        <p:nvCxnSpPr>
          <p:cNvPr id="5" name="Connecteur droit 4">
            <a:extLst>
              <a:ext uri="{FF2B5EF4-FFF2-40B4-BE49-F238E27FC236}">
                <a16:creationId xmlns:a16="http://schemas.microsoft.com/office/drawing/2014/main" id="{71C45B6B-C448-346F-6355-2C23081F559B}"/>
              </a:ext>
            </a:extLst>
          </p:cNvPr>
          <p:cNvCxnSpPr/>
          <p:nvPr/>
        </p:nvCxnSpPr>
        <p:spPr>
          <a:xfrm>
            <a:off x="699247" y="2707341"/>
            <a:ext cx="10676965" cy="0"/>
          </a:xfrm>
          <a:prstGeom prst="line">
            <a:avLst/>
          </a:prstGeom>
          <a:ln w="38100"/>
        </p:spPr>
        <p:style>
          <a:lnRef idx="3">
            <a:schemeClr val="accent3"/>
          </a:lnRef>
          <a:fillRef idx="0">
            <a:schemeClr val="accent3"/>
          </a:fillRef>
          <a:effectRef idx="2">
            <a:schemeClr val="accent3"/>
          </a:effectRef>
          <a:fontRef idx="minor">
            <a:schemeClr val="tx1"/>
          </a:fontRef>
        </p:style>
      </p:cxnSp>
      <p:cxnSp>
        <p:nvCxnSpPr>
          <p:cNvPr id="6" name="Connecteur droit 5">
            <a:extLst>
              <a:ext uri="{FF2B5EF4-FFF2-40B4-BE49-F238E27FC236}">
                <a16:creationId xmlns:a16="http://schemas.microsoft.com/office/drawing/2014/main" id="{D880426B-8F27-D195-7453-BB7576A9211C}"/>
              </a:ext>
            </a:extLst>
          </p:cNvPr>
          <p:cNvCxnSpPr/>
          <p:nvPr/>
        </p:nvCxnSpPr>
        <p:spPr>
          <a:xfrm>
            <a:off x="681318" y="4347883"/>
            <a:ext cx="10676965"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C9EF07F8-8638-A3CD-3B6E-9561DC85D887}"/>
              </a:ext>
            </a:extLst>
          </p:cNvPr>
          <p:cNvSpPr>
            <a:spLocks noGrp="1"/>
          </p:cNvSpPr>
          <p:nvPr>
            <p:ph type="sldNum" sz="quarter" idx="12"/>
          </p:nvPr>
        </p:nvSpPr>
        <p:spPr/>
        <p:txBody>
          <a:bodyPr/>
          <a:lstStyle/>
          <a:p>
            <a:fld id="{0C5F4B61-0767-4F53-A17E-BD53F46B3D0F}" type="slidenum">
              <a:rPr lang="fr-TG" smtClean="0"/>
              <a:t>25</a:t>
            </a:fld>
            <a:endParaRPr lang="fr-TG"/>
          </a:p>
        </p:txBody>
      </p:sp>
    </p:spTree>
    <p:extLst>
      <p:ext uri="{BB962C8B-B14F-4D97-AF65-F5344CB8AC3E}">
        <p14:creationId xmlns:p14="http://schemas.microsoft.com/office/powerpoint/2010/main" val="1969875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Joindre au domaine Active Directory</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26</a:t>
            </a:fld>
            <a:endParaRPr lang="fr-TG" dirty="0"/>
          </a:p>
        </p:txBody>
      </p:sp>
      <p:sp>
        <p:nvSpPr>
          <p:cNvPr id="3" name="Espace réservé du contenu 2">
            <a:extLst>
              <a:ext uri="{FF2B5EF4-FFF2-40B4-BE49-F238E27FC236}">
                <a16:creationId xmlns:a16="http://schemas.microsoft.com/office/drawing/2014/main" id="{9EB79788-2F38-FDE1-3B17-7F8203BEEBB9}"/>
              </a:ext>
            </a:extLst>
          </p:cNvPr>
          <p:cNvSpPr>
            <a:spLocks noGrp="1"/>
          </p:cNvSpPr>
          <p:nvPr>
            <p:ph idx="1"/>
          </p:nvPr>
        </p:nvSpPr>
        <p:spPr>
          <a:xfrm>
            <a:off x="625414" y="1112284"/>
            <a:ext cx="11337985" cy="5649534"/>
          </a:xfrm>
        </p:spPr>
        <p:txBody>
          <a:bodyPr>
            <a:noAutofit/>
          </a:bodyPr>
          <a:lstStyle/>
          <a:p>
            <a:r>
              <a:rPr lang="fr-FR" sz="1800" b="0" i="0" u="none" strike="noStrike" baseline="0" dirty="0">
                <a:solidFill>
                  <a:srgbClr val="000000"/>
                </a:solidFill>
                <a:latin typeface="Times New Roman" panose="02020603050405020304" pitchFamily="18" charset="0"/>
              </a:rPr>
              <a:t>Au début assurez-vous que le poste client reçoit en serveur DNS celui de votre domaine Active Directory. </a:t>
            </a:r>
          </a:p>
          <a:p>
            <a:r>
              <a:rPr lang="fr-FR" sz="1800" b="0" i="0" u="none" strike="noStrike" baseline="0" dirty="0">
                <a:solidFill>
                  <a:srgbClr val="000000"/>
                </a:solidFill>
                <a:latin typeface="Times New Roman" panose="02020603050405020304" pitchFamily="18" charset="0"/>
              </a:rPr>
              <a:t>Pour ajouter un poste client dans le domaine Active Directory suivre les étapes : </a:t>
            </a:r>
          </a:p>
          <a:p>
            <a:pPr lvl="1"/>
            <a:r>
              <a:rPr lang="fr-FR" sz="1400" b="0" i="0" u="none" strike="noStrike" baseline="0" dirty="0">
                <a:solidFill>
                  <a:srgbClr val="000000"/>
                </a:solidFill>
                <a:latin typeface="Times New Roman" panose="02020603050405020304" pitchFamily="18" charset="0"/>
              </a:rPr>
              <a:t>Panneau de configuration – </a:t>
            </a:r>
          </a:p>
          <a:p>
            <a:pPr lvl="1"/>
            <a:r>
              <a:rPr lang="fr-FR" sz="1400" b="0" i="0" u="none" strike="noStrike" baseline="0" dirty="0">
                <a:solidFill>
                  <a:srgbClr val="000000"/>
                </a:solidFill>
                <a:latin typeface="Times New Roman" panose="02020603050405020304" pitchFamily="18" charset="0"/>
              </a:rPr>
              <a:t>Système – </a:t>
            </a:r>
          </a:p>
          <a:p>
            <a:pPr lvl="1"/>
            <a:r>
              <a:rPr lang="fr-FR" sz="1400" b="0" i="0" u="none" strike="noStrike" baseline="0" dirty="0">
                <a:solidFill>
                  <a:srgbClr val="000000"/>
                </a:solidFill>
                <a:latin typeface="Times New Roman" panose="02020603050405020304" pitchFamily="18" charset="0"/>
              </a:rPr>
              <a:t>Paramètres système avancés – </a:t>
            </a:r>
          </a:p>
          <a:p>
            <a:pPr lvl="1"/>
            <a:r>
              <a:rPr lang="fr-FR" sz="1400" b="0" i="0" u="none" strike="noStrike" baseline="0" dirty="0">
                <a:solidFill>
                  <a:srgbClr val="000000"/>
                </a:solidFill>
                <a:latin typeface="Times New Roman" panose="02020603050405020304" pitchFamily="18" charset="0"/>
              </a:rPr>
              <a:t>Nom de l'ordinateur – </a:t>
            </a:r>
          </a:p>
          <a:p>
            <a:pPr lvl="1"/>
            <a:r>
              <a:rPr lang="fr-FR" sz="1400" b="0" i="0" u="none" strike="noStrike" baseline="0" dirty="0">
                <a:solidFill>
                  <a:srgbClr val="000000"/>
                </a:solidFill>
                <a:latin typeface="Times New Roman" panose="02020603050405020304" pitchFamily="18" charset="0"/>
              </a:rPr>
              <a:t>Modifier – </a:t>
            </a:r>
          </a:p>
          <a:p>
            <a:pPr lvl="1"/>
            <a:r>
              <a:rPr lang="fr-FR" sz="1400" b="0" i="0" u="none" strike="noStrike" baseline="0" dirty="0">
                <a:solidFill>
                  <a:srgbClr val="000000"/>
                </a:solidFill>
                <a:latin typeface="Times New Roman" panose="02020603050405020304" pitchFamily="18" charset="0"/>
              </a:rPr>
              <a:t>Sélectionner Domaine – </a:t>
            </a:r>
          </a:p>
          <a:p>
            <a:pPr lvl="1"/>
            <a:r>
              <a:rPr lang="fr-FR" sz="1400" b="0" i="0" u="none" strike="noStrike" baseline="0" dirty="0">
                <a:solidFill>
                  <a:srgbClr val="000000"/>
                </a:solidFill>
                <a:latin typeface="Times New Roman" panose="02020603050405020304" pitchFamily="18" charset="0"/>
              </a:rPr>
              <a:t>Saisir le nom de domaine </a:t>
            </a:r>
          </a:p>
          <a:p>
            <a:r>
              <a:rPr lang="fr-FR" sz="1800" b="0" i="0" u="none" strike="noStrike" baseline="0" dirty="0">
                <a:solidFill>
                  <a:srgbClr val="000000"/>
                </a:solidFill>
                <a:latin typeface="Times New Roman" panose="02020603050405020304" pitchFamily="18" charset="0"/>
              </a:rPr>
              <a:t>Saisir vos informations d'identification sur le domaine (le compte doit disposer des privilèges nécessaires pour joindre le domaine) </a:t>
            </a:r>
            <a:endParaRPr lang="fr-FR" sz="2000" b="1" i="0" u="none" strike="noStrike" baseline="0" dirty="0">
              <a:solidFill>
                <a:srgbClr val="0070C0"/>
              </a:solidFill>
              <a:latin typeface="Arial" panose="020B0604020202020204" pitchFamily="34" charset="0"/>
              <a:cs typeface="Arial" panose="020B0604020202020204" pitchFamily="34" charset="0"/>
            </a:endParaRPr>
          </a:p>
        </p:txBody>
      </p:sp>
      <p:pic>
        <p:nvPicPr>
          <p:cNvPr id="5" name="Image 4">
            <a:extLst>
              <a:ext uri="{FF2B5EF4-FFF2-40B4-BE49-F238E27FC236}">
                <a16:creationId xmlns:a16="http://schemas.microsoft.com/office/drawing/2014/main" id="{81F8D2DC-BEFD-0381-938E-78C66B917DD9}"/>
              </a:ext>
            </a:extLst>
          </p:cNvPr>
          <p:cNvPicPr>
            <a:picLocks noChangeAspect="1"/>
          </p:cNvPicPr>
          <p:nvPr/>
        </p:nvPicPr>
        <p:blipFill>
          <a:blip r:embed="rId2"/>
          <a:stretch>
            <a:fillRect/>
          </a:stretch>
        </p:blipFill>
        <p:spPr>
          <a:xfrm>
            <a:off x="990341" y="4324482"/>
            <a:ext cx="3721858" cy="1921801"/>
          </a:xfrm>
          <a:prstGeom prst="rect">
            <a:avLst/>
          </a:prstGeom>
        </p:spPr>
      </p:pic>
      <p:pic>
        <p:nvPicPr>
          <p:cNvPr id="10" name="Image 9">
            <a:extLst>
              <a:ext uri="{FF2B5EF4-FFF2-40B4-BE49-F238E27FC236}">
                <a16:creationId xmlns:a16="http://schemas.microsoft.com/office/drawing/2014/main" id="{53414331-90A0-B531-B970-5BB8E33E1988}"/>
              </a:ext>
            </a:extLst>
          </p:cNvPr>
          <p:cNvPicPr>
            <a:picLocks noChangeAspect="1"/>
          </p:cNvPicPr>
          <p:nvPr/>
        </p:nvPicPr>
        <p:blipFill>
          <a:blip r:embed="rId3"/>
          <a:stretch>
            <a:fillRect/>
          </a:stretch>
        </p:blipFill>
        <p:spPr>
          <a:xfrm>
            <a:off x="8798983" y="4877527"/>
            <a:ext cx="2857500" cy="1035844"/>
          </a:xfrm>
          <a:prstGeom prst="rect">
            <a:avLst/>
          </a:prstGeom>
        </p:spPr>
      </p:pic>
      <p:sp>
        <p:nvSpPr>
          <p:cNvPr id="12" name="ZoneTexte 11">
            <a:extLst>
              <a:ext uri="{FF2B5EF4-FFF2-40B4-BE49-F238E27FC236}">
                <a16:creationId xmlns:a16="http://schemas.microsoft.com/office/drawing/2014/main" id="{E6B0B942-7C57-5868-435D-86EE5550F4A8}"/>
              </a:ext>
            </a:extLst>
          </p:cNvPr>
          <p:cNvSpPr txBox="1"/>
          <p:nvPr/>
        </p:nvSpPr>
        <p:spPr>
          <a:xfrm>
            <a:off x="4956672" y="5252454"/>
            <a:ext cx="3268133" cy="646331"/>
          </a:xfrm>
          <a:prstGeom prst="rect">
            <a:avLst/>
          </a:prstGeom>
          <a:noFill/>
        </p:spPr>
        <p:txBody>
          <a:bodyPr wrap="square">
            <a:spAutoFit/>
          </a:bodyPr>
          <a:lstStyle/>
          <a:p>
            <a:r>
              <a:rPr lang="fr-FR" sz="1800" b="0" i="0" u="none" strike="noStrike" baseline="0" dirty="0">
                <a:solidFill>
                  <a:srgbClr val="000000"/>
                </a:solidFill>
                <a:latin typeface="Times New Roman" panose="02020603050405020304" pitchFamily="18" charset="0"/>
              </a:rPr>
              <a:t>Après quelques instants, vous obtenez le message suivant : </a:t>
            </a:r>
            <a:endParaRPr lang="en-US" dirty="0"/>
          </a:p>
        </p:txBody>
      </p:sp>
      <p:sp>
        <p:nvSpPr>
          <p:cNvPr id="13" name="Flèche : droite 12">
            <a:extLst>
              <a:ext uri="{FF2B5EF4-FFF2-40B4-BE49-F238E27FC236}">
                <a16:creationId xmlns:a16="http://schemas.microsoft.com/office/drawing/2014/main" id="{D37782C9-76F1-BF0F-677A-7A3501FB8318}"/>
              </a:ext>
            </a:extLst>
          </p:cNvPr>
          <p:cNvSpPr/>
          <p:nvPr/>
        </p:nvSpPr>
        <p:spPr>
          <a:xfrm>
            <a:off x="4649756" y="5490570"/>
            <a:ext cx="244473" cy="1700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èche : droite 13">
            <a:extLst>
              <a:ext uri="{FF2B5EF4-FFF2-40B4-BE49-F238E27FC236}">
                <a16:creationId xmlns:a16="http://schemas.microsoft.com/office/drawing/2014/main" id="{5CDC8E26-759A-83A0-F78F-8997E4483DBF}"/>
              </a:ext>
            </a:extLst>
          </p:cNvPr>
          <p:cNvSpPr/>
          <p:nvPr/>
        </p:nvSpPr>
        <p:spPr>
          <a:xfrm>
            <a:off x="8093325" y="5490570"/>
            <a:ext cx="585008" cy="1700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76396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312B7E-8D35-6E2F-891A-C5CD4816627E}"/>
              </a:ext>
            </a:extLst>
          </p:cNvPr>
          <p:cNvSpPr>
            <a:spLocks noGrp="1"/>
          </p:cNvSpPr>
          <p:nvPr>
            <p:ph type="ctrTitle"/>
          </p:nvPr>
        </p:nvSpPr>
        <p:spPr>
          <a:xfrm>
            <a:off x="699247" y="2633242"/>
            <a:ext cx="10793506" cy="1591516"/>
          </a:xfrm>
        </p:spPr>
        <p:txBody>
          <a:bodyPr>
            <a:noAutofit/>
          </a:bodyPr>
          <a:lstStyle/>
          <a:p>
            <a:r>
              <a:rPr lang="fr-FR" sz="3200" b="1" dirty="0">
                <a:solidFill>
                  <a:schemeClr val="accent4">
                    <a:lumMod val="50000"/>
                  </a:schemeClr>
                </a:solidFill>
                <a:latin typeface="Arial" panose="020B0604020202020204" pitchFamily="34" charset="0"/>
                <a:cs typeface="Arial" panose="020B0604020202020204" pitchFamily="34" charset="0"/>
              </a:rPr>
              <a:t>Gestion des objets AD DS</a:t>
            </a:r>
            <a:br>
              <a:rPr lang="fr-FR" sz="3200" b="1" dirty="0">
                <a:solidFill>
                  <a:schemeClr val="accent4">
                    <a:lumMod val="50000"/>
                  </a:schemeClr>
                </a:solidFill>
                <a:latin typeface="Arial" panose="020B0604020202020204" pitchFamily="34" charset="0"/>
                <a:cs typeface="Arial" panose="020B0604020202020204" pitchFamily="34" charset="0"/>
              </a:rPr>
            </a:br>
            <a:br>
              <a:rPr lang="fr-FR" sz="3200" dirty="0">
                <a:latin typeface="Arial" panose="020B0604020202020204" pitchFamily="34" charset="0"/>
                <a:cs typeface="Arial" panose="020B0604020202020204" pitchFamily="34" charset="0"/>
              </a:rPr>
            </a:br>
            <a:r>
              <a:rPr lang="fr-FR" sz="3200" b="1" dirty="0">
                <a:solidFill>
                  <a:schemeClr val="accent2"/>
                </a:solidFill>
                <a:latin typeface="Arial" panose="020B0604020202020204" pitchFamily="34" charset="0"/>
                <a:cs typeface="Arial" panose="020B0604020202020204" pitchFamily="34" charset="0"/>
              </a:rPr>
              <a:t>Profils itinérants</a:t>
            </a:r>
            <a:endParaRPr lang="fr-TG" sz="3200" b="1" dirty="0">
              <a:solidFill>
                <a:schemeClr val="accent2"/>
              </a:solidFill>
              <a:latin typeface="Arial" panose="020B0604020202020204" pitchFamily="34" charset="0"/>
              <a:cs typeface="Arial" panose="020B0604020202020204" pitchFamily="34" charset="0"/>
            </a:endParaRPr>
          </a:p>
        </p:txBody>
      </p:sp>
      <p:cxnSp>
        <p:nvCxnSpPr>
          <p:cNvPr id="5" name="Connecteur droit 4">
            <a:extLst>
              <a:ext uri="{FF2B5EF4-FFF2-40B4-BE49-F238E27FC236}">
                <a16:creationId xmlns:a16="http://schemas.microsoft.com/office/drawing/2014/main" id="{71C45B6B-C448-346F-6355-2C23081F559B}"/>
              </a:ext>
            </a:extLst>
          </p:cNvPr>
          <p:cNvCxnSpPr/>
          <p:nvPr/>
        </p:nvCxnSpPr>
        <p:spPr>
          <a:xfrm>
            <a:off x="699247" y="2707341"/>
            <a:ext cx="10676965" cy="0"/>
          </a:xfrm>
          <a:prstGeom prst="line">
            <a:avLst/>
          </a:prstGeom>
          <a:ln w="38100"/>
        </p:spPr>
        <p:style>
          <a:lnRef idx="3">
            <a:schemeClr val="accent3"/>
          </a:lnRef>
          <a:fillRef idx="0">
            <a:schemeClr val="accent3"/>
          </a:fillRef>
          <a:effectRef idx="2">
            <a:schemeClr val="accent3"/>
          </a:effectRef>
          <a:fontRef idx="minor">
            <a:schemeClr val="tx1"/>
          </a:fontRef>
        </p:style>
      </p:cxnSp>
      <p:cxnSp>
        <p:nvCxnSpPr>
          <p:cNvPr id="6" name="Connecteur droit 5">
            <a:extLst>
              <a:ext uri="{FF2B5EF4-FFF2-40B4-BE49-F238E27FC236}">
                <a16:creationId xmlns:a16="http://schemas.microsoft.com/office/drawing/2014/main" id="{D880426B-8F27-D195-7453-BB7576A9211C}"/>
              </a:ext>
            </a:extLst>
          </p:cNvPr>
          <p:cNvCxnSpPr/>
          <p:nvPr/>
        </p:nvCxnSpPr>
        <p:spPr>
          <a:xfrm>
            <a:off x="681318" y="4347883"/>
            <a:ext cx="10676965"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C9EF07F8-8638-A3CD-3B6E-9561DC85D887}"/>
              </a:ext>
            </a:extLst>
          </p:cNvPr>
          <p:cNvSpPr>
            <a:spLocks noGrp="1"/>
          </p:cNvSpPr>
          <p:nvPr>
            <p:ph type="sldNum" sz="quarter" idx="12"/>
          </p:nvPr>
        </p:nvSpPr>
        <p:spPr/>
        <p:txBody>
          <a:bodyPr/>
          <a:lstStyle/>
          <a:p>
            <a:fld id="{0C5F4B61-0767-4F53-A17E-BD53F46B3D0F}" type="slidenum">
              <a:rPr lang="fr-TG" smtClean="0"/>
              <a:t>27</a:t>
            </a:fld>
            <a:endParaRPr lang="fr-TG"/>
          </a:p>
        </p:txBody>
      </p:sp>
    </p:spTree>
    <p:extLst>
      <p:ext uri="{BB962C8B-B14F-4D97-AF65-F5344CB8AC3E}">
        <p14:creationId xmlns:p14="http://schemas.microsoft.com/office/powerpoint/2010/main" val="22630992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solidFill>
                  <a:schemeClr val="accent2"/>
                </a:solidFill>
              </a:rPr>
              <a:t>Profils itinérants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28</a:t>
            </a:fld>
            <a:endParaRPr lang="fr-TG" dirty="0"/>
          </a:p>
        </p:txBody>
      </p:sp>
      <p:sp>
        <p:nvSpPr>
          <p:cNvPr id="3" name="Espace réservé du contenu 2">
            <a:extLst>
              <a:ext uri="{FF2B5EF4-FFF2-40B4-BE49-F238E27FC236}">
                <a16:creationId xmlns:a16="http://schemas.microsoft.com/office/drawing/2014/main" id="{9EB79788-2F38-FDE1-3B17-7F8203BEEBB9}"/>
              </a:ext>
            </a:extLst>
          </p:cNvPr>
          <p:cNvSpPr>
            <a:spLocks noGrp="1"/>
          </p:cNvSpPr>
          <p:nvPr>
            <p:ph idx="1"/>
          </p:nvPr>
        </p:nvSpPr>
        <p:spPr>
          <a:xfrm>
            <a:off x="625414" y="1112284"/>
            <a:ext cx="11337985" cy="5649534"/>
          </a:xfrm>
        </p:spPr>
        <p:txBody>
          <a:bodyPr>
            <a:noAutofit/>
          </a:bodyPr>
          <a:lstStyle/>
          <a:p>
            <a:pPr algn="just"/>
            <a:r>
              <a:rPr lang="fr-FR" sz="2400" b="0" i="0" u="none" strike="noStrike" baseline="0" dirty="0">
                <a:solidFill>
                  <a:srgbClr val="000000"/>
                </a:solidFill>
                <a:latin typeface="Arial" panose="020B0604020202020204" pitchFamily="34" charset="0"/>
                <a:cs typeface="Arial" panose="020B0604020202020204" pitchFamily="34" charset="0"/>
              </a:rPr>
              <a:t>Le </a:t>
            </a:r>
            <a:r>
              <a:rPr lang="fr-FR" sz="2400" b="1" i="0" u="none" strike="noStrike" baseline="0" dirty="0">
                <a:solidFill>
                  <a:srgbClr val="000000"/>
                </a:solidFill>
                <a:latin typeface="Arial" panose="020B0604020202020204" pitchFamily="34" charset="0"/>
                <a:cs typeface="Arial" panose="020B0604020202020204" pitchFamily="34" charset="0"/>
              </a:rPr>
              <a:t>profils </a:t>
            </a:r>
            <a:r>
              <a:rPr lang="fr-FR" sz="2400" b="0" i="0" u="none" strike="noStrike" baseline="0" dirty="0">
                <a:solidFill>
                  <a:srgbClr val="000000"/>
                </a:solidFill>
                <a:latin typeface="Arial" panose="020B0604020202020204" pitchFamily="34" charset="0"/>
                <a:cs typeface="Arial" panose="020B0604020202020204" pitchFamily="34" charset="0"/>
              </a:rPr>
              <a:t>itinérant permet de synchroniser le profil d'un utilisateur sur un serveur pour rendre ces données accessible depuis l'ensemble du réseau local. </a:t>
            </a:r>
          </a:p>
          <a:p>
            <a:pPr algn="just"/>
            <a:endParaRPr lang="fr-FR" sz="2400" dirty="0">
              <a:solidFill>
                <a:srgbClr val="000000"/>
              </a:solidFill>
              <a:latin typeface="Arial" panose="020B0604020202020204" pitchFamily="34" charset="0"/>
              <a:cs typeface="Arial" panose="020B0604020202020204" pitchFamily="34" charset="0"/>
            </a:endParaRPr>
          </a:p>
          <a:p>
            <a:pPr algn="just"/>
            <a:endParaRPr lang="fr-FR" sz="2400" b="1" i="0" u="none" strike="noStrike" baseline="0" dirty="0">
              <a:solidFill>
                <a:srgbClr val="000000"/>
              </a:solidFill>
              <a:latin typeface="Arial" panose="020B0604020202020204" pitchFamily="34" charset="0"/>
              <a:cs typeface="Arial" panose="020B0604020202020204" pitchFamily="34" charset="0"/>
            </a:endParaRPr>
          </a:p>
          <a:p>
            <a:pPr marL="0" indent="0" algn="ctr">
              <a:buNone/>
            </a:pPr>
            <a:r>
              <a:rPr lang="fr-FR" sz="2400" b="1" i="0" u="none" strike="noStrike" baseline="0" dirty="0">
                <a:solidFill>
                  <a:srgbClr val="C00000"/>
                </a:solidFill>
                <a:latin typeface="Arial" panose="020B0604020202020204" pitchFamily="34" charset="0"/>
                <a:cs typeface="Arial" panose="020B0604020202020204" pitchFamily="34" charset="0"/>
              </a:rPr>
              <a:t>TRAVAUX PRATIQUES : DEVOIR DE MAISON</a:t>
            </a:r>
          </a:p>
          <a:p>
            <a:pPr algn="just"/>
            <a:endParaRPr lang="fr-FR" sz="2400" b="1" dirty="0">
              <a:solidFill>
                <a:srgbClr val="000000"/>
              </a:solidFill>
              <a:latin typeface="Arial" panose="020B0604020202020204" pitchFamily="34" charset="0"/>
              <a:cs typeface="Arial" panose="020B0604020202020204" pitchFamily="34" charset="0"/>
            </a:endParaRPr>
          </a:p>
          <a:p>
            <a:pPr algn="ctr"/>
            <a:r>
              <a:rPr lang="fr-FR" sz="2400" b="1" i="0" u="none" strike="noStrike" baseline="0" dirty="0">
                <a:solidFill>
                  <a:srgbClr val="0070C0"/>
                </a:solidFill>
                <a:latin typeface="Arial" panose="020B0604020202020204" pitchFamily="34" charset="0"/>
                <a:cs typeface="Arial" panose="020B0604020202020204" pitchFamily="34" charset="0"/>
              </a:rPr>
              <a:t>MISE EN PLACE D’UN CONTROLEUR DE DOMAINE AVEC PROFILS ITENERANTS POUR LE COLLEGE PARIS SUPERIEUR</a:t>
            </a:r>
          </a:p>
        </p:txBody>
      </p:sp>
    </p:spTree>
    <p:extLst>
      <p:ext uri="{BB962C8B-B14F-4D97-AF65-F5344CB8AC3E}">
        <p14:creationId xmlns:p14="http://schemas.microsoft.com/office/powerpoint/2010/main" val="3354884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312B7E-8D35-6E2F-891A-C5CD4816627E}"/>
              </a:ext>
            </a:extLst>
          </p:cNvPr>
          <p:cNvSpPr>
            <a:spLocks noGrp="1"/>
          </p:cNvSpPr>
          <p:nvPr>
            <p:ph type="ctrTitle"/>
          </p:nvPr>
        </p:nvSpPr>
        <p:spPr>
          <a:xfrm>
            <a:off x="699247" y="2633242"/>
            <a:ext cx="10793506" cy="1591516"/>
          </a:xfrm>
        </p:spPr>
        <p:txBody>
          <a:bodyPr>
            <a:noAutofit/>
          </a:bodyPr>
          <a:lstStyle/>
          <a:p>
            <a:r>
              <a:rPr lang="fr-FR" sz="3200" b="1" dirty="0">
                <a:solidFill>
                  <a:schemeClr val="accent4">
                    <a:lumMod val="50000"/>
                  </a:schemeClr>
                </a:solidFill>
                <a:latin typeface="Arial" panose="020B0604020202020204" pitchFamily="34" charset="0"/>
                <a:cs typeface="Arial" panose="020B0604020202020204" pitchFamily="34" charset="0"/>
              </a:rPr>
              <a:t>Gestion des objets AD DS</a:t>
            </a:r>
            <a:br>
              <a:rPr lang="fr-FR" sz="3200" b="1" dirty="0">
                <a:solidFill>
                  <a:schemeClr val="accent4">
                    <a:lumMod val="50000"/>
                  </a:schemeClr>
                </a:solidFill>
                <a:latin typeface="Arial" panose="020B0604020202020204" pitchFamily="34" charset="0"/>
                <a:cs typeface="Arial" panose="020B0604020202020204" pitchFamily="34" charset="0"/>
              </a:rPr>
            </a:br>
            <a:br>
              <a:rPr lang="fr-FR" sz="3200" dirty="0">
                <a:latin typeface="Arial" panose="020B0604020202020204" pitchFamily="34" charset="0"/>
                <a:cs typeface="Arial" panose="020B0604020202020204" pitchFamily="34" charset="0"/>
              </a:rPr>
            </a:br>
            <a:r>
              <a:rPr lang="fr-FR" sz="3200" b="1" dirty="0">
                <a:solidFill>
                  <a:schemeClr val="accent2"/>
                </a:solidFill>
                <a:latin typeface="Arial" panose="020B0604020202020204" pitchFamily="34" charset="0"/>
                <a:cs typeface="Arial" panose="020B0604020202020204" pitchFamily="34" charset="0"/>
              </a:rPr>
              <a:t>Gestion des groupes</a:t>
            </a:r>
            <a:endParaRPr lang="fr-TG" sz="3200" b="1" dirty="0">
              <a:solidFill>
                <a:schemeClr val="accent2"/>
              </a:solidFill>
              <a:latin typeface="Arial" panose="020B0604020202020204" pitchFamily="34" charset="0"/>
              <a:cs typeface="Arial" panose="020B0604020202020204" pitchFamily="34" charset="0"/>
            </a:endParaRPr>
          </a:p>
        </p:txBody>
      </p:sp>
      <p:cxnSp>
        <p:nvCxnSpPr>
          <p:cNvPr id="5" name="Connecteur droit 4">
            <a:extLst>
              <a:ext uri="{FF2B5EF4-FFF2-40B4-BE49-F238E27FC236}">
                <a16:creationId xmlns:a16="http://schemas.microsoft.com/office/drawing/2014/main" id="{71C45B6B-C448-346F-6355-2C23081F559B}"/>
              </a:ext>
            </a:extLst>
          </p:cNvPr>
          <p:cNvCxnSpPr/>
          <p:nvPr/>
        </p:nvCxnSpPr>
        <p:spPr>
          <a:xfrm>
            <a:off x="699247" y="2707341"/>
            <a:ext cx="10676965" cy="0"/>
          </a:xfrm>
          <a:prstGeom prst="line">
            <a:avLst/>
          </a:prstGeom>
          <a:ln w="38100"/>
        </p:spPr>
        <p:style>
          <a:lnRef idx="3">
            <a:schemeClr val="accent3"/>
          </a:lnRef>
          <a:fillRef idx="0">
            <a:schemeClr val="accent3"/>
          </a:fillRef>
          <a:effectRef idx="2">
            <a:schemeClr val="accent3"/>
          </a:effectRef>
          <a:fontRef idx="minor">
            <a:schemeClr val="tx1"/>
          </a:fontRef>
        </p:style>
      </p:cxnSp>
      <p:cxnSp>
        <p:nvCxnSpPr>
          <p:cNvPr id="6" name="Connecteur droit 5">
            <a:extLst>
              <a:ext uri="{FF2B5EF4-FFF2-40B4-BE49-F238E27FC236}">
                <a16:creationId xmlns:a16="http://schemas.microsoft.com/office/drawing/2014/main" id="{D880426B-8F27-D195-7453-BB7576A9211C}"/>
              </a:ext>
            </a:extLst>
          </p:cNvPr>
          <p:cNvCxnSpPr/>
          <p:nvPr/>
        </p:nvCxnSpPr>
        <p:spPr>
          <a:xfrm>
            <a:off x="681318" y="4347883"/>
            <a:ext cx="10676965"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C9EF07F8-8638-A3CD-3B6E-9561DC85D887}"/>
              </a:ext>
            </a:extLst>
          </p:cNvPr>
          <p:cNvSpPr>
            <a:spLocks noGrp="1"/>
          </p:cNvSpPr>
          <p:nvPr>
            <p:ph type="sldNum" sz="quarter" idx="12"/>
          </p:nvPr>
        </p:nvSpPr>
        <p:spPr/>
        <p:txBody>
          <a:bodyPr/>
          <a:lstStyle/>
          <a:p>
            <a:fld id="{0C5F4B61-0767-4F53-A17E-BD53F46B3D0F}" type="slidenum">
              <a:rPr lang="fr-TG" smtClean="0"/>
              <a:t>29</a:t>
            </a:fld>
            <a:endParaRPr lang="fr-TG"/>
          </a:p>
        </p:txBody>
      </p:sp>
    </p:spTree>
    <p:extLst>
      <p:ext uri="{BB962C8B-B14F-4D97-AF65-F5344CB8AC3E}">
        <p14:creationId xmlns:p14="http://schemas.microsoft.com/office/powerpoint/2010/main" val="15323552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t>Présentation</a:t>
            </a:r>
            <a:br>
              <a:rPr lang="fr-FR" sz="2800" dirty="0">
                <a:solidFill>
                  <a:schemeClr val="accent2"/>
                </a:solidFill>
              </a:rPr>
            </a:br>
            <a:r>
              <a:rPr lang="fr-FR" sz="2800" dirty="0">
                <a:solidFill>
                  <a:schemeClr val="accent2"/>
                </a:solidFill>
              </a:rPr>
              <a:t>Gestion des groupes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30</a:t>
            </a:fld>
            <a:endParaRPr lang="fr-TG" dirty="0"/>
          </a:p>
        </p:txBody>
      </p:sp>
      <p:sp>
        <p:nvSpPr>
          <p:cNvPr id="3" name="Espace réservé du contenu 2">
            <a:extLst>
              <a:ext uri="{FF2B5EF4-FFF2-40B4-BE49-F238E27FC236}">
                <a16:creationId xmlns:a16="http://schemas.microsoft.com/office/drawing/2014/main" id="{9EB79788-2F38-FDE1-3B17-7F8203BEEBB9}"/>
              </a:ext>
            </a:extLst>
          </p:cNvPr>
          <p:cNvSpPr>
            <a:spLocks noGrp="1"/>
          </p:cNvSpPr>
          <p:nvPr>
            <p:ph idx="1"/>
          </p:nvPr>
        </p:nvSpPr>
        <p:spPr>
          <a:xfrm>
            <a:off x="625415" y="1058335"/>
            <a:ext cx="11236386" cy="5376332"/>
          </a:xfrm>
        </p:spPr>
        <p:txBody>
          <a:bodyPr>
            <a:noAutofit/>
          </a:bodyPr>
          <a:lstStyle/>
          <a:p>
            <a:pPr algn="just"/>
            <a:r>
              <a:rPr lang="fr-FR" sz="2000" b="0" i="0" u="none" strike="noStrike" baseline="0" dirty="0">
                <a:solidFill>
                  <a:srgbClr val="000000"/>
                </a:solidFill>
                <a:latin typeface="Arial" panose="020B0604020202020204" pitchFamily="34" charset="0"/>
                <a:cs typeface="Arial" panose="020B0604020202020204" pitchFamily="34" charset="0"/>
              </a:rPr>
              <a:t>Les </a:t>
            </a:r>
            <a:r>
              <a:rPr lang="fr-FR" sz="2000" b="0" i="0" u="none" strike="noStrike" baseline="0" dirty="0">
                <a:solidFill>
                  <a:srgbClr val="212121"/>
                </a:solidFill>
                <a:latin typeface="Arial" panose="020B0604020202020204" pitchFamily="34" charset="0"/>
                <a:cs typeface="Arial" panose="020B0604020202020204" pitchFamily="34" charset="0"/>
              </a:rPr>
              <a:t>groupes sont créés pour donner des droits sur des fichiers, imprimantes, base de données, etc</a:t>
            </a:r>
            <a:r>
              <a:rPr lang="fr-FR" sz="2000" dirty="0">
                <a:solidFill>
                  <a:srgbClr val="212121"/>
                </a:solidFill>
                <a:latin typeface="Arial" panose="020B0604020202020204" pitchFamily="34" charset="0"/>
                <a:cs typeface="Arial" panose="020B0604020202020204" pitchFamily="34" charset="0"/>
              </a:rPr>
              <a:t>. </a:t>
            </a:r>
            <a:r>
              <a:rPr lang="fr-FR" sz="2000" b="0" i="0" u="none" strike="noStrike" baseline="0" dirty="0">
                <a:solidFill>
                  <a:srgbClr val="212121"/>
                </a:solidFill>
                <a:latin typeface="Arial" panose="020B0604020202020204" pitchFamily="34" charset="0"/>
                <a:cs typeface="Arial" panose="020B0604020202020204" pitchFamily="34" charset="0"/>
              </a:rPr>
              <a:t>Les groupes sont caractérisé par leurs étendue et leur type</a:t>
            </a:r>
          </a:p>
          <a:p>
            <a:pPr marL="0" indent="0" algn="just">
              <a:buNone/>
            </a:pPr>
            <a:r>
              <a:rPr lang="en-US" sz="2000" b="1" i="0" u="none" strike="noStrike" baseline="0" dirty="0">
                <a:solidFill>
                  <a:srgbClr val="4F81BC"/>
                </a:solidFill>
                <a:latin typeface="Arial" panose="020B0604020202020204" pitchFamily="34" charset="0"/>
                <a:cs typeface="Arial" panose="020B0604020202020204" pitchFamily="34" charset="0"/>
              </a:rPr>
              <a:t>Etendu du groupe </a:t>
            </a:r>
            <a:endParaRPr lang="en-US" sz="2000" b="0" i="0" u="none" strike="noStrike" baseline="0" dirty="0">
              <a:solidFill>
                <a:srgbClr val="4F81BC"/>
              </a:solidFill>
              <a:latin typeface="Arial" panose="020B0604020202020204" pitchFamily="34" charset="0"/>
              <a:cs typeface="Arial" panose="020B0604020202020204" pitchFamily="34" charset="0"/>
            </a:endParaRPr>
          </a:p>
          <a:p>
            <a:pPr algn="just">
              <a:buFont typeface="Wingdings" panose="05000000000000000000" pitchFamily="2" charset="2"/>
              <a:buChar char="§"/>
            </a:pPr>
            <a:r>
              <a:rPr lang="fr-FR" sz="2000" b="1" i="0" u="none" strike="noStrike" baseline="0" dirty="0">
                <a:solidFill>
                  <a:srgbClr val="C00000"/>
                </a:solidFill>
                <a:latin typeface="Arial" panose="020B0604020202020204" pitchFamily="34" charset="0"/>
                <a:cs typeface="Arial" panose="020B0604020202020204" pitchFamily="34" charset="0"/>
              </a:rPr>
              <a:t>Domaine local </a:t>
            </a:r>
            <a:r>
              <a:rPr lang="fr-FR" sz="2000" b="0" i="0" u="none" strike="noStrike" baseline="0" dirty="0">
                <a:solidFill>
                  <a:srgbClr val="212121"/>
                </a:solidFill>
                <a:latin typeface="Arial" panose="020B0604020202020204" pitchFamily="34" charset="0"/>
                <a:cs typeface="Arial" panose="020B0604020202020204" pitchFamily="34" charset="0"/>
              </a:rPr>
              <a:t>: Les membres de ces groupes ne peuvent recevoir des autorisations qu’au sein d’un domaine. Les groupes avec une étendue de domaine local vous permettent de définir et de gérer l’accès aux ressources dans un seul domaine. </a:t>
            </a:r>
          </a:p>
          <a:p>
            <a:pPr algn="just"/>
            <a:endParaRPr lang="en-US" sz="2000" b="0" i="0" u="none" strike="noStrike" baseline="0" dirty="0">
              <a:solidFill>
                <a:srgbClr val="212121"/>
              </a:solidFill>
              <a:latin typeface="Arial" panose="020B0604020202020204" pitchFamily="34" charset="0"/>
              <a:cs typeface="Arial" panose="020B0604020202020204" pitchFamily="34" charset="0"/>
            </a:endParaRPr>
          </a:p>
          <a:p>
            <a:pPr algn="just">
              <a:buFont typeface="Wingdings" panose="05000000000000000000" pitchFamily="2" charset="2"/>
              <a:buChar char="§"/>
            </a:pPr>
            <a:r>
              <a:rPr lang="fr-FR" sz="2000" b="1" i="0" u="none" strike="noStrike" baseline="0" dirty="0">
                <a:solidFill>
                  <a:srgbClr val="C00000"/>
                </a:solidFill>
                <a:latin typeface="Arial" panose="020B0604020202020204" pitchFamily="34" charset="0"/>
                <a:cs typeface="Arial" panose="020B0604020202020204" pitchFamily="34" charset="0"/>
              </a:rPr>
              <a:t>Globale </a:t>
            </a:r>
            <a:r>
              <a:rPr lang="fr-FR" sz="2000" b="0" i="0" u="none" strike="noStrike" baseline="0" dirty="0">
                <a:solidFill>
                  <a:srgbClr val="212121"/>
                </a:solidFill>
                <a:latin typeface="Arial" panose="020B0604020202020204" pitchFamily="34" charset="0"/>
                <a:cs typeface="Arial" panose="020B0604020202020204" pitchFamily="34" charset="0"/>
              </a:rPr>
              <a:t>: Les membres des groupes globaux peuvent inclure d’autres groupes et comptes provenant uniquement du domaine où le groupe est défini. Les membres de ces groupes peuvent recevoir des autorisations dans n’importe quel domaine de la forêt. Les groupes à étendue globale ne sont pas répliqués à l’extérieur de leur propre domaine, vous pouvez modifier fréquemment les comptes </a:t>
            </a:r>
          </a:p>
          <a:p>
            <a:pPr marL="0" indent="0" algn="just">
              <a:buNone/>
            </a:pPr>
            <a:endParaRPr lang="fr-FR" sz="2000" dirty="0">
              <a:solidFill>
                <a:srgbClr val="212121"/>
              </a:solidFill>
              <a:latin typeface="Arial" panose="020B0604020202020204" pitchFamily="34" charset="0"/>
              <a:cs typeface="Arial" panose="020B0604020202020204" pitchFamily="34" charset="0"/>
            </a:endParaRPr>
          </a:p>
          <a:p>
            <a:pPr algn="just">
              <a:buFont typeface="Wingdings" panose="05000000000000000000" pitchFamily="2" charset="2"/>
              <a:buChar char="§"/>
            </a:pPr>
            <a:r>
              <a:rPr lang="fr-FR" sz="2000" b="1" i="0" u="none" strike="noStrike" baseline="0" dirty="0">
                <a:solidFill>
                  <a:srgbClr val="C00000"/>
                </a:solidFill>
                <a:latin typeface="Arial" panose="020B0604020202020204" pitchFamily="34" charset="0"/>
                <a:cs typeface="Arial" panose="020B0604020202020204" pitchFamily="34" charset="0"/>
              </a:rPr>
              <a:t>Universelle</a:t>
            </a:r>
            <a:r>
              <a:rPr lang="fr-FR" sz="2000" b="1" i="0" u="none" strike="noStrike" baseline="0" dirty="0">
                <a:solidFill>
                  <a:srgbClr val="212121"/>
                </a:solidFill>
                <a:latin typeface="Arial" panose="020B0604020202020204" pitchFamily="34" charset="0"/>
                <a:cs typeface="Arial" panose="020B0604020202020204" pitchFamily="34" charset="0"/>
              </a:rPr>
              <a:t> </a:t>
            </a:r>
            <a:r>
              <a:rPr lang="fr-FR" sz="2000" b="0" i="0" u="none" strike="noStrike" baseline="0" dirty="0">
                <a:solidFill>
                  <a:srgbClr val="212121"/>
                </a:solidFill>
                <a:latin typeface="Arial" panose="020B0604020202020204" pitchFamily="34" charset="0"/>
                <a:cs typeface="Arial" panose="020B0604020202020204" pitchFamily="34" charset="0"/>
              </a:rPr>
              <a:t>: Les membres des groupes universels peuvent inclure d’autres groupes et comptes provenant des domaines de la forêt ou de l’arborescence de domaine. Les membres de ces groupes peuvent recevoir des autorisations dans n’importe quel domaine de la forêt ou de l’arborescence de domaine. </a:t>
            </a:r>
            <a:endParaRPr lang="en-US" sz="2000" b="1" i="0" u="none" strike="noStrike" baseline="0"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63457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t>Présentation</a:t>
            </a:r>
            <a:br>
              <a:rPr lang="fr-FR" sz="2800" dirty="0">
                <a:solidFill>
                  <a:schemeClr val="accent2"/>
                </a:solidFill>
              </a:rPr>
            </a:br>
            <a:r>
              <a:rPr lang="fr-FR" sz="2800" dirty="0">
                <a:solidFill>
                  <a:schemeClr val="accent2"/>
                </a:solidFill>
              </a:rPr>
              <a:t>Gestion des groupes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31</a:t>
            </a:fld>
            <a:endParaRPr lang="fr-TG" dirty="0"/>
          </a:p>
        </p:txBody>
      </p:sp>
      <p:sp>
        <p:nvSpPr>
          <p:cNvPr id="3" name="Espace réservé du contenu 2">
            <a:extLst>
              <a:ext uri="{FF2B5EF4-FFF2-40B4-BE49-F238E27FC236}">
                <a16:creationId xmlns:a16="http://schemas.microsoft.com/office/drawing/2014/main" id="{9EB79788-2F38-FDE1-3B17-7F8203BEEBB9}"/>
              </a:ext>
            </a:extLst>
          </p:cNvPr>
          <p:cNvSpPr>
            <a:spLocks noGrp="1"/>
          </p:cNvSpPr>
          <p:nvPr>
            <p:ph idx="1"/>
          </p:nvPr>
        </p:nvSpPr>
        <p:spPr>
          <a:xfrm>
            <a:off x="625415" y="1058335"/>
            <a:ext cx="11236386" cy="5376332"/>
          </a:xfrm>
        </p:spPr>
        <p:txBody>
          <a:bodyPr>
            <a:noAutofit/>
          </a:bodyPr>
          <a:lstStyle/>
          <a:p>
            <a:pPr marL="0" indent="0" algn="just">
              <a:buNone/>
            </a:pPr>
            <a:endParaRPr lang="en-US" sz="2000" b="1" i="0" u="none" strike="noStrike" baseline="0" dirty="0">
              <a:solidFill>
                <a:srgbClr val="4F81BC"/>
              </a:solidFill>
              <a:latin typeface="Arial" panose="020B0604020202020204" pitchFamily="34" charset="0"/>
              <a:cs typeface="Arial" panose="020B0604020202020204" pitchFamily="34" charset="0"/>
            </a:endParaRPr>
          </a:p>
          <a:p>
            <a:pPr marL="0" indent="0" algn="just">
              <a:buNone/>
            </a:pPr>
            <a:r>
              <a:rPr lang="en-US" sz="2000" b="1" i="0" u="none" strike="noStrike" baseline="0" dirty="0">
                <a:solidFill>
                  <a:srgbClr val="4F81BC"/>
                </a:solidFill>
                <a:latin typeface="Arial" panose="020B0604020202020204" pitchFamily="34" charset="0"/>
                <a:cs typeface="Arial" panose="020B0604020202020204" pitchFamily="34" charset="0"/>
              </a:rPr>
              <a:t>Types de groupe</a:t>
            </a:r>
          </a:p>
          <a:p>
            <a:pPr marL="0" indent="0" algn="just">
              <a:buNone/>
            </a:pPr>
            <a:endParaRPr lang="en-US" sz="2000" b="0" i="0" u="none" strike="noStrike" baseline="0" dirty="0">
              <a:solidFill>
                <a:srgbClr val="4F81BC"/>
              </a:solidFill>
              <a:latin typeface="Arial" panose="020B0604020202020204" pitchFamily="34" charset="0"/>
              <a:cs typeface="Arial" panose="020B0604020202020204" pitchFamily="34" charset="0"/>
            </a:endParaRPr>
          </a:p>
          <a:p>
            <a:pPr algn="just"/>
            <a:r>
              <a:rPr lang="fr-FR" sz="2000" b="0" i="0" u="none" strike="noStrike" baseline="0" dirty="0">
                <a:solidFill>
                  <a:srgbClr val="212121"/>
                </a:solidFill>
                <a:latin typeface="Arial" panose="020B0604020202020204" pitchFamily="34" charset="0"/>
                <a:cs typeface="Arial" panose="020B0604020202020204" pitchFamily="34" charset="0"/>
              </a:rPr>
              <a:t>Il existe deux types de groupes : distribution et sécurité. </a:t>
            </a:r>
          </a:p>
          <a:p>
            <a:pPr algn="just"/>
            <a:r>
              <a:rPr lang="fr-FR" sz="2000" b="0" i="0" u="none" strike="noStrike" baseline="0" dirty="0">
                <a:solidFill>
                  <a:srgbClr val="212121"/>
                </a:solidFill>
                <a:latin typeface="Arial" panose="020B0604020202020204" pitchFamily="34" charset="0"/>
                <a:cs typeface="Arial" panose="020B0604020202020204" pitchFamily="34" charset="0"/>
              </a:rPr>
              <a:t>Les groupes de </a:t>
            </a:r>
            <a:r>
              <a:rPr lang="fr-FR" sz="2000" b="1" i="0" u="none" strike="noStrike" baseline="0" dirty="0">
                <a:solidFill>
                  <a:srgbClr val="212121"/>
                </a:solidFill>
                <a:latin typeface="Arial" panose="020B0604020202020204" pitchFamily="34" charset="0"/>
                <a:cs typeface="Arial" panose="020B0604020202020204" pitchFamily="34" charset="0"/>
              </a:rPr>
              <a:t>distribution </a:t>
            </a:r>
            <a:r>
              <a:rPr lang="fr-FR" sz="2000" b="0" i="0" u="none" strike="noStrike" baseline="0" dirty="0">
                <a:solidFill>
                  <a:srgbClr val="212121"/>
                </a:solidFill>
                <a:latin typeface="Arial" panose="020B0604020202020204" pitchFamily="34" charset="0"/>
                <a:cs typeface="Arial" panose="020B0604020202020204" pitchFamily="34" charset="0"/>
              </a:rPr>
              <a:t>sont utilisés pour créer des listes de distribution électronique. Les groupes de </a:t>
            </a:r>
            <a:r>
              <a:rPr lang="fr-FR" sz="2000" b="1" i="0" u="none" strike="noStrike" baseline="0" dirty="0">
                <a:solidFill>
                  <a:srgbClr val="212121"/>
                </a:solidFill>
                <a:latin typeface="Arial" panose="020B0604020202020204" pitchFamily="34" charset="0"/>
                <a:cs typeface="Arial" panose="020B0604020202020204" pitchFamily="34" charset="0"/>
              </a:rPr>
              <a:t>sécurité </a:t>
            </a:r>
            <a:r>
              <a:rPr lang="fr-FR" sz="2000" b="0" i="0" u="none" strike="noStrike" baseline="0" dirty="0">
                <a:solidFill>
                  <a:srgbClr val="212121"/>
                </a:solidFill>
                <a:latin typeface="Arial" panose="020B0604020202020204" pitchFamily="34" charset="0"/>
                <a:cs typeface="Arial" panose="020B0604020202020204" pitchFamily="34" charset="0"/>
              </a:rPr>
              <a:t>sont utilisés pour affecter des autorisations à des ressources partagées. </a:t>
            </a:r>
          </a:p>
          <a:p>
            <a:pPr algn="just"/>
            <a:endParaRPr lang="fr-FR" sz="1800" dirty="0">
              <a:solidFill>
                <a:srgbClr val="212121"/>
              </a:solidFill>
              <a:latin typeface="Arial" panose="020B0604020202020204" pitchFamily="34" charset="0"/>
              <a:cs typeface="Arial" panose="020B0604020202020204" pitchFamily="34" charset="0"/>
            </a:endParaRPr>
          </a:p>
          <a:p>
            <a:pPr algn="just"/>
            <a:endParaRPr lang="fr-FR" sz="1800" dirty="0">
              <a:solidFill>
                <a:srgbClr val="212121"/>
              </a:solidFill>
              <a:latin typeface="Arial" panose="020B0604020202020204" pitchFamily="34" charset="0"/>
              <a:cs typeface="Arial" panose="020B0604020202020204" pitchFamily="34" charset="0"/>
            </a:endParaRPr>
          </a:p>
          <a:p>
            <a:r>
              <a:rPr lang="fr-FR" sz="2000" b="0" i="0" u="none" strike="noStrike" baseline="0" dirty="0">
                <a:solidFill>
                  <a:srgbClr val="212121"/>
                </a:solidFill>
                <a:latin typeface="Arial" panose="020B0604020202020204" pitchFamily="34" charset="0"/>
                <a:cs typeface="Arial" panose="020B0604020202020204" pitchFamily="34" charset="0"/>
              </a:rPr>
              <a:t>Les groupes de sécurité permettent : </a:t>
            </a:r>
          </a:p>
          <a:p>
            <a:pPr marL="457200" lvl="1" indent="0">
              <a:buNone/>
            </a:pPr>
            <a:r>
              <a:rPr lang="fr-FR" sz="2000" b="0" i="0" u="none" strike="noStrike" baseline="0" dirty="0">
                <a:solidFill>
                  <a:srgbClr val="212121"/>
                </a:solidFill>
                <a:latin typeface="Arial" panose="020B0604020202020204" pitchFamily="34" charset="0"/>
                <a:cs typeface="Arial" panose="020B0604020202020204" pitchFamily="34" charset="0"/>
              </a:rPr>
              <a:t> Assigner des droits d’utilisateurs à des groupes de sécurité dans AD DS. </a:t>
            </a:r>
          </a:p>
          <a:p>
            <a:pPr marL="457200" lvl="1" indent="0">
              <a:buNone/>
            </a:pPr>
            <a:r>
              <a:rPr lang="fr-FR" sz="2000" b="0" i="0" u="none" strike="noStrike" baseline="0" dirty="0">
                <a:solidFill>
                  <a:srgbClr val="212121"/>
                </a:solidFill>
                <a:latin typeface="Arial" panose="020B0604020202020204" pitchFamily="34" charset="0"/>
                <a:cs typeface="Arial" panose="020B0604020202020204" pitchFamily="34" charset="0"/>
              </a:rPr>
              <a:t> Affecter des autorisations aux groupes de sécurité sur des ressources. </a:t>
            </a:r>
          </a:p>
          <a:p>
            <a:pPr algn="just"/>
            <a:endParaRPr lang="en-US" sz="1800" b="1" i="0" u="none" strike="noStrike" baseline="0"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3514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t>Création des groupes</a:t>
            </a:r>
            <a:br>
              <a:rPr lang="fr-FR" sz="2800" dirty="0">
                <a:solidFill>
                  <a:schemeClr val="accent2"/>
                </a:solidFill>
              </a:rPr>
            </a:br>
            <a:r>
              <a:rPr lang="fr-FR" sz="2800" dirty="0">
                <a:solidFill>
                  <a:schemeClr val="accent2"/>
                </a:solidFill>
              </a:rPr>
              <a:t>Gestion des groupes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32</a:t>
            </a:fld>
            <a:endParaRPr lang="fr-TG" dirty="0"/>
          </a:p>
        </p:txBody>
      </p:sp>
      <p:sp>
        <p:nvSpPr>
          <p:cNvPr id="3" name="Espace réservé du contenu 2">
            <a:extLst>
              <a:ext uri="{FF2B5EF4-FFF2-40B4-BE49-F238E27FC236}">
                <a16:creationId xmlns:a16="http://schemas.microsoft.com/office/drawing/2014/main" id="{9EB79788-2F38-FDE1-3B17-7F8203BEEBB9}"/>
              </a:ext>
            </a:extLst>
          </p:cNvPr>
          <p:cNvSpPr>
            <a:spLocks noGrp="1"/>
          </p:cNvSpPr>
          <p:nvPr>
            <p:ph idx="1"/>
          </p:nvPr>
        </p:nvSpPr>
        <p:spPr>
          <a:xfrm>
            <a:off x="625415" y="1058335"/>
            <a:ext cx="11236386" cy="5799666"/>
          </a:xfrm>
        </p:spPr>
        <p:txBody>
          <a:bodyPr>
            <a:noAutofit/>
          </a:bodyPr>
          <a:lstStyle/>
          <a:p>
            <a:pPr algn="just"/>
            <a:r>
              <a:rPr lang="fr-FR" sz="2000" b="0" i="0" u="none" strike="noStrike" baseline="0" dirty="0">
                <a:solidFill>
                  <a:srgbClr val="000000"/>
                </a:solidFill>
                <a:latin typeface="Arial" panose="020B0604020202020204" pitchFamily="34" charset="0"/>
                <a:cs typeface="Arial" panose="020B0604020202020204" pitchFamily="34" charset="0"/>
              </a:rPr>
              <a:t>Sélectionner l’unité dont il faut ajouter le groupe, </a:t>
            </a:r>
            <a:r>
              <a:rPr lang="fr-FR" sz="2000" b="0" i="0" u="none" strike="noStrike" baseline="0" dirty="0">
                <a:solidFill>
                  <a:srgbClr val="212121"/>
                </a:solidFill>
                <a:latin typeface="Arial" panose="020B0604020202020204" pitchFamily="34" charset="0"/>
                <a:cs typeface="Arial" panose="020B0604020202020204" pitchFamily="34" charset="0"/>
              </a:rPr>
              <a:t>bouton de droite puis </a:t>
            </a:r>
            <a:r>
              <a:rPr lang="fr-FR" sz="2000" b="0" i="1" u="none" strike="noStrike" baseline="0" dirty="0">
                <a:solidFill>
                  <a:srgbClr val="000000"/>
                </a:solidFill>
                <a:latin typeface="Arial" panose="020B0604020202020204" pitchFamily="34" charset="0"/>
                <a:cs typeface="Arial" panose="020B0604020202020204" pitchFamily="34" charset="0"/>
              </a:rPr>
              <a:t>Nouveau </a:t>
            </a:r>
            <a:r>
              <a:rPr lang="fr-FR" sz="2000" b="0" i="0" u="none" strike="noStrike" baseline="0" dirty="0">
                <a:solidFill>
                  <a:srgbClr val="212121"/>
                </a:solidFill>
                <a:latin typeface="Arial" panose="020B0604020202020204" pitchFamily="34" charset="0"/>
                <a:cs typeface="Arial" panose="020B0604020202020204" pitchFamily="34" charset="0"/>
              </a:rPr>
              <a:t>et </a:t>
            </a:r>
            <a:r>
              <a:rPr lang="fr-FR" sz="2000" b="0" i="1" u="none" strike="noStrike" baseline="0" dirty="0">
                <a:solidFill>
                  <a:srgbClr val="000000"/>
                </a:solidFill>
                <a:latin typeface="Arial" panose="020B0604020202020204" pitchFamily="34" charset="0"/>
                <a:cs typeface="Arial" panose="020B0604020202020204" pitchFamily="34" charset="0"/>
              </a:rPr>
              <a:t>Groupe</a:t>
            </a:r>
            <a:r>
              <a:rPr lang="fr-FR" sz="2000" b="0" i="0" u="none" strike="noStrike" baseline="0" dirty="0">
                <a:solidFill>
                  <a:srgbClr val="212121"/>
                </a:solidFill>
                <a:latin typeface="Arial" panose="020B0604020202020204" pitchFamily="34" charset="0"/>
                <a:cs typeface="Arial" panose="020B0604020202020204" pitchFamily="34" charset="0"/>
              </a:rPr>
              <a:t>.</a:t>
            </a:r>
          </a:p>
          <a:p>
            <a:pPr algn="just"/>
            <a:endParaRPr lang="fr-FR" sz="2000" dirty="0">
              <a:solidFill>
                <a:srgbClr val="212121"/>
              </a:solidFill>
              <a:latin typeface="Arial" panose="020B0604020202020204" pitchFamily="34" charset="0"/>
              <a:cs typeface="Arial" panose="020B0604020202020204" pitchFamily="34" charset="0"/>
            </a:endParaRPr>
          </a:p>
          <a:p>
            <a:pPr algn="just"/>
            <a:endParaRPr lang="fr-FR" sz="2000" b="0" i="0" u="none" strike="noStrike" baseline="0" dirty="0">
              <a:solidFill>
                <a:srgbClr val="212121"/>
              </a:solidFill>
              <a:latin typeface="Arial" panose="020B0604020202020204" pitchFamily="34" charset="0"/>
              <a:cs typeface="Arial" panose="020B0604020202020204" pitchFamily="34" charset="0"/>
            </a:endParaRPr>
          </a:p>
          <a:p>
            <a:pPr algn="just"/>
            <a:endParaRPr lang="fr-FR" sz="2000" dirty="0">
              <a:solidFill>
                <a:srgbClr val="212121"/>
              </a:solidFill>
              <a:latin typeface="Arial" panose="020B0604020202020204" pitchFamily="34" charset="0"/>
              <a:cs typeface="Arial" panose="020B0604020202020204" pitchFamily="34" charset="0"/>
            </a:endParaRPr>
          </a:p>
          <a:p>
            <a:pPr algn="just"/>
            <a:endParaRPr lang="fr-FR" sz="2000" b="0" i="0" u="none" strike="noStrike" baseline="0" dirty="0">
              <a:solidFill>
                <a:srgbClr val="212121"/>
              </a:solidFill>
              <a:latin typeface="Arial" panose="020B0604020202020204" pitchFamily="34" charset="0"/>
              <a:cs typeface="Arial" panose="020B0604020202020204" pitchFamily="34" charset="0"/>
            </a:endParaRPr>
          </a:p>
          <a:p>
            <a:pPr algn="just"/>
            <a:endParaRPr lang="fr-FR" sz="2000" dirty="0">
              <a:solidFill>
                <a:srgbClr val="212121"/>
              </a:solidFill>
              <a:latin typeface="Arial" panose="020B0604020202020204" pitchFamily="34" charset="0"/>
              <a:cs typeface="Arial" panose="020B0604020202020204" pitchFamily="34" charset="0"/>
            </a:endParaRPr>
          </a:p>
          <a:p>
            <a:pPr algn="just"/>
            <a:endParaRPr lang="fr-FR" sz="2000" b="0" i="0" u="none" strike="noStrike" baseline="0" dirty="0">
              <a:solidFill>
                <a:srgbClr val="212121"/>
              </a:solidFill>
              <a:latin typeface="Arial" panose="020B0604020202020204" pitchFamily="34" charset="0"/>
              <a:cs typeface="Arial" panose="020B0604020202020204" pitchFamily="34" charset="0"/>
            </a:endParaRPr>
          </a:p>
          <a:p>
            <a:pPr algn="just"/>
            <a:endParaRPr lang="fr-FR" sz="2000" dirty="0">
              <a:solidFill>
                <a:srgbClr val="212121"/>
              </a:solidFill>
              <a:latin typeface="Arial" panose="020B0604020202020204" pitchFamily="34" charset="0"/>
              <a:cs typeface="Arial" panose="020B0604020202020204" pitchFamily="34" charset="0"/>
            </a:endParaRPr>
          </a:p>
          <a:p>
            <a:pPr algn="just"/>
            <a:endParaRPr lang="fr-FR" sz="2000" b="0" i="0" u="none" strike="noStrike" baseline="0" dirty="0">
              <a:solidFill>
                <a:srgbClr val="212121"/>
              </a:solidFill>
              <a:latin typeface="Arial" panose="020B0604020202020204" pitchFamily="34" charset="0"/>
              <a:cs typeface="Arial" panose="020B0604020202020204" pitchFamily="34" charset="0"/>
            </a:endParaRPr>
          </a:p>
          <a:p>
            <a:pPr algn="just"/>
            <a:endParaRPr lang="fr-FR" sz="2000" dirty="0">
              <a:solidFill>
                <a:srgbClr val="212121"/>
              </a:solidFill>
              <a:latin typeface="Arial" panose="020B0604020202020204" pitchFamily="34" charset="0"/>
              <a:cs typeface="Arial" panose="020B0604020202020204" pitchFamily="34" charset="0"/>
            </a:endParaRPr>
          </a:p>
          <a:p>
            <a:pPr algn="just"/>
            <a:endParaRPr lang="fr-FR" sz="2000" b="0" i="0" u="none" strike="noStrike" baseline="0" dirty="0">
              <a:solidFill>
                <a:srgbClr val="212121"/>
              </a:solidFill>
              <a:latin typeface="Arial" panose="020B0604020202020204" pitchFamily="34" charset="0"/>
              <a:cs typeface="Arial" panose="020B0604020202020204" pitchFamily="34" charset="0"/>
            </a:endParaRPr>
          </a:p>
          <a:p>
            <a:pPr marL="0" indent="0" algn="just">
              <a:buNone/>
            </a:pPr>
            <a:endParaRPr lang="fr-FR" sz="2000" b="0" i="0" u="none" strike="noStrike" baseline="0" dirty="0">
              <a:solidFill>
                <a:srgbClr val="212121"/>
              </a:solidFill>
              <a:latin typeface="Arial" panose="020B0604020202020204" pitchFamily="34" charset="0"/>
              <a:cs typeface="Arial" panose="020B0604020202020204" pitchFamily="34" charset="0"/>
            </a:endParaRPr>
          </a:p>
          <a:p>
            <a:pPr algn="just"/>
            <a:r>
              <a:rPr lang="fr-FR" sz="2000" b="0" i="0" u="none" strike="noStrike" baseline="0" dirty="0">
                <a:solidFill>
                  <a:srgbClr val="212121"/>
                </a:solidFill>
                <a:latin typeface="Arial" panose="020B0604020202020204" pitchFamily="34" charset="0"/>
                <a:cs typeface="Arial" panose="020B0604020202020204" pitchFamily="34" charset="0"/>
              </a:rPr>
              <a:t>On rappelle brièvement les choix possible dans l’encadré </a:t>
            </a:r>
            <a:r>
              <a:rPr lang="fr-FR" sz="2000" b="0" i="1" u="none" strike="noStrike" baseline="0" dirty="0">
                <a:solidFill>
                  <a:srgbClr val="212121"/>
                </a:solidFill>
                <a:latin typeface="Arial" panose="020B0604020202020204" pitchFamily="34" charset="0"/>
                <a:cs typeface="Arial" panose="020B0604020202020204" pitchFamily="34" charset="0"/>
              </a:rPr>
              <a:t>Étendue du groupe </a:t>
            </a:r>
            <a:r>
              <a:rPr lang="fr-FR" sz="2000" b="0" i="0" u="none" strike="noStrike" baseline="0" dirty="0">
                <a:solidFill>
                  <a:srgbClr val="212121"/>
                </a:solidFill>
                <a:latin typeface="Arial" panose="020B0604020202020204" pitchFamily="34" charset="0"/>
                <a:cs typeface="Arial" panose="020B0604020202020204" pitchFamily="34" charset="0"/>
              </a:rPr>
              <a:t>et </a:t>
            </a:r>
            <a:r>
              <a:rPr lang="fr-FR" sz="2000" b="0" i="1" u="none" strike="noStrike" baseline="0" dirty="0">
                <a:solidFill>
                  <a:srgbClr val="212121"/>
                </a:solidFill>
                <a:latin typeface="Arial" panose="020B0604020202020204" pitchFamily="34" charset="0"/>
                <a:cs typeface="Arial" panose="020B0604020202020204" pitchFamily="34" charset="0"/>
              </a:rPr>
              <a:t>Type de groupe</a:t>
            </a:r>
            <a:r>
              <a:rPr lang="fr-FR" sz="2000" b="0" i="0" u="none" strike="noStrike" baseline="0" dirty="0">
                <a:solidFill>
                  <a:srgbClr val="212121"/>
                </a:solidFill>
                <a:latin typeface="Arial" panose="020B0604020202020204" pitchFamily="34" charset="0"/>
                <a:cs typeface="Arial" panose="020B0604020202020204" pitchFamily="34" charset="0"/>
              </a:rPr>
              <a:t>. </a:t>
            </a:r>
            <a:endParaRPr lang="en-US" sz="2000" b="1" i="0" u="none" strike="noStrike" baseline="0" dirty="0">
              <a:solidFill>
                <a:srgbClr val="0070C0"/>
              </a:solidFill>
              <a:latin typeface="Arial" panose="020B0604020202020204" pitchFamily="34" charset="0"/>
              <a:cs typeface="Arial" panose="020B0604020202020204" pitchFamily="34" charset="0"/>
            </a:endParaRPr>
          </a:p>
        </p:txBody>
      </p:sp>
      <p:pic>
        <p:nvPicPr>
          <p:cNvPr id="5" name="Image 4">
            <a:extLst>
              <a:ext uri="{FF2B5EF4-FFF2-40B4-BE49-F238E27FC236}">
                <a16:creationId xmlns:a16="http://schemas.microsoft.com/office/drawing/2014/main" id="{4795D018-3796-F7AB-FDBE-B2C4D2B2EDFF}"/>
              </a:ext>
            </a:extLst>
          </p:cNvPr>
          <p:cNvPicPr>
            <a:picLocks noChangeAspect="1"/>
          </p:cNvPicPr>
          <p:nvPr/>
        </p:nvPicPr>
        <p:blipFill>
          <a:blip r:embed="rId2"/>
          <a:stretch>
            <a:fillRect/>
          </a:stretch>
        </p:blipFill>
        <p:spPr>
          <a:xfrm>
            <a:off x="3248025" y="1479356"/>
            <a:ext cx="5117041" cy="4320309"/>
          </a:xfrm>
          <a:prstGeom prst="rect">
            <a:avLst/>
          </a:prstGeom>
        </p:spPr>
      </p:pic>
    </p:spTree>
    <p:extLst>
      <p:ext uri="{BB962C8B-B14F-4D97-AF65-F5344CB8AC3E}">
        <p14:creationId xmlns:p14="http://schemas.microsoft.com/office/powerpoint/2010/main" val="9210453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8A6B2-DCC8-15B3-626F-C8B3DDFC3335}"/>
              </a:ext>
            </a:extLst>
          </p:cNvPr>
          <p:cNvSpPr>
            <a:spLocks noGrp="1"/>
          </p:cNvSpPr>
          <p:nvPr>
            <p:ph type="title"/>
          </p:nvPr>
        </p:nvSpPr>
        <p:spPr>
          <a:xfrm>
            <a:off x="376518" y="96182"/>
            <a:ext cx="7611035" cy="836146"/>
          </a:xfrm>
        </p:spPr>
        <p:txBody>
          <a:bodyPr>
            <a:noAutofit/>
          </a:bodyPr>
          <a:lstStyle/>
          <a:p>
            <a:r>
              <a:rPr lang="fr-FR" sz="2800" dirty="0"/>
              <a:t>Création des groupes</a:t>
            </a:r>
            <a:br>
              <a:rPr lang="fr-FR" sz="2800" dirty="0">
                <a:solidFill>
                  <a:schemeClr val="accent2"/>
                </a:solidFill>
              </a:rPr>
            </a:br>
            <a:r>
              <a:rPr lang="fr-FR" sz="2800" dirty="0">
                <a:solidFill>
                  <a:schemeClr val="accent2"/>
                </a:solidFill>
              </a:rPr>
              <a:t>Gestion des groupes</a:t>
            </a:r>
            <a:endParaRPr lang="fr-TG" sz="2800" dirty="0">
              <a:solidFill>
                <a:schemeClr val="accent2"/>
              </a:solidFill>
            </a:endParaRPr>
          </a:p>
        </p:txBody>
      </p:sp>
      <p:cxnSp>
        <p:nvCxnSpPr>
          <p:cNvPr id="6" name="Connecteur droit 5">
            <a:extLst>
              <a:ext uri="{FF2B5EF4-FFF2-40B4-BE49-F238E27FC236}">
                <a16:creationId xmlns:a16="http://schemas.microsoft.com/office/drawing/2014/main" id="{BCBFE8E1-A6BA-3B47-9538-F57ED17B8CD4}"/>
              </a:ext>
            </a:extLst>
          </p:cNvPr>
          <p:cNvCxnSpPr>
            <a:cxnSpLocks/>
          </p:cNvCxnSpPr>
          <p:nvPr/>
        </p:nvCxnSpPr>
        <p:spPr>
          <a:xfrm>
            <a:off x="17930" y="959215"/>
            <a:ext cx="12138213"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7" name="Espace réservé du numéro de diapositive 6">
            <a:extLst>
              <a:ext uri="{FF2B5EF4-FFF2-40B4-BE49-F238E27FC236}">
                <a16:creationId xmlns:a16="http://schemas.microsoft.com/office/drawing/2014/main" id="{2486F691-AC16-17A1-E1B8-98DC738AE4FE}"/>
              </a:ext>
            </a:extLst>
          </p:cNvPr>
          <p:cNvSpPr>
            <a:spLocks noGrp="1"/>
          </p:cNvSpPr>
          <p:nvPr>
            <p:ph type="sldNum" sz="quarter" idx="12"/>
          </p:nvPr>
        </p:nvSpPr>
        <p:spPr/>
        <p:txBody>
          <a:bodyPr/>
          <a:lstStyle/>
          <a:p>
            <a:fld id="{0C5F4B61-0767-4F53-A17E-BD53F46B3D0F}" type="slidenum">
              <a:rPr lang="fr-TG" smtClean="0"/>
              <a:t>33</a:t>
            </a:fld>
            <a:endParaRPr lang="fr-TG" dirty="0"/>
          </a:p>
        </p:txBody>
      </p:sp>
      <p:sp>
        <p:nvSpPr>
          <p:cNvPr id="3" name="Espace réservé du contenu 2">
            <a:extLst>
              <a:ext uri="{FF2B5EF4-FFF2-40B4-BE49-F238E27FC236}">
                <a16:creationId xmlns:a16="http://schemas.microsoft.com/office/drawing/2014/main" id="{9EB79788-2F38-FDE1-3B17-7F8203BEEBB9}"/>
              </a:ext>
            </a:extLst>
          </p:cNvPr>
          <p:cNvSpPr>
            <a:spLocks noGrp="1"/>
          </p:cNvSpPr>
          <p:nvPr>
            <p:ph idx="1"/>
          </p:nvPr>
        </p:nvSpPr>
        <p:spPr>
          <a:xfrm>
            <a:off x="282959" y="1123435"/>
            <a:ext cx="6401918" cy="4986864"/>
          </a:xfrm>
        </p:spPr>
        <p:txBody>
          <a:bodyPr>
            <a:noAutofit/>
          </a:bodyPr>
          <a:lstStyle/>
          <a:p>
            <a:pPr algn="just"/>
            <a:r>
              <a:rPr lang="fr-FR" sz="2000" b="0" i="0" u="none" strike="noStrike" baseline="0" dirty="0">
                <a:solidFill>
                  <a:srgbClr val="212121"/>
                </a:solidFill>
                <a:latin typeface="Arial" panose="020B0604020202020204" pitchFamily="34" charset="0"/>
                <a:cs typeface="Arial" panose="020B0604020202020204" pitchFamily="34" charset="0"/>
              </a:rPr>
              <a:t>Dans notre cas, nous avons un groupe d’utilisateur. Nous allons choisir l’étendu du groupe Globale car nous avons un assez fréquent aux informations et le type de groupe Sécurité afin d’accéder à des partages. </a:t>
            </a:r>
          </a:p>
          <a:p>
            <a:pPr algn="just"/>
            <a:endParaRPr lang="fr-FR" sz="2000" b="0" i="0" u="none" strike="noStrike" baseline="0" dirty="0">
              <a:solidFill>
                <a:srgbClr val="212121"/>
              </a:solidFill>
              <a:latin typeface="Arial" panose="020B0604020202020204" pitchFamily="34" charset="0"/>
              <a:cs typeface="Arial" panose="020B0604020202020204" pitchFamily="34" charset="0"/>
            </a:endParaRPr>
          </a:p>
          <a:p>
            <a:pPr algn="just"/>
            <a:r>
              <a:rPr lang="fr-FR" sz="2000" b="0" i="0" u="none" strike="noStrike" baseline="0" dirty="0">
                <a:solidFill>
                  <a:srgbClr val="212121"/>
                </a:solidFill>
                <a:latin typeface="Arial" panose="020B0604020202020204" pitchFamily="34" charset="0"/>
                <a:cs typeface="Arial" panose="020B0604020202020204" pitchFamily="34" charset="0"/>
              </a:rPr>
              <a:t>Dans ce groupe </a:t>
            </a:r>
            <a:r>
              <a:rPr lang="fr-FR" sz="2000" b="0" i="0" u="none" strike="noStrike" baseline="0" dirty="0" err="1">
                <a:solidFill>
                  <a:srgbClr val="212121"/>
                </a:solidFill>
                <a:latin typeface="Arial" panose="020B0604020202020204" pitchFamily="34" charset="0"/>
                <a:cs typeface="Arial" panose="020B0604020202020204" pitchFamily="34" charset="0"/>
              </a:rPr>
              <a:t>ntic</a:t>
            </a:r>
            <a:r>
              <a:rPr lang="fr-FR" sz="2000" b="0" i="0" u="none" strike="noStrike" baseline="0" dirty="0">
                <a:solidFill>
                  <a:srgbClr val="212121"/>
                </a:solidFill>
                <a:latin typeface="Arial" panose="020B0604020202020204" pitchFamily="34" charset="0"/>
                <a:cs typeface="Arial" panose="020B0604020202020204" pitchFamily="34" charset="0"/>
              </a:rPr>
              <a:t>, nous allons ajouter des utilisateurs. Dans les propriétés ou en double cliquant sur le groupe voulu, nous pouvons nous rendre l’onglet </a:t>
            </a:r>
            <a:r>
              <a:rPr lang="fr-FR" sz="2000" b="0" i="1" u="none" strike="noStrike" baseline="0" dirty="0">
                <a:solidFill>
                  <a:srgbClr val="212121"/>
                </a:solidFill>
                <a:latin typeface="Arial" panose="020B0604020202020204" pitchFamily="34" charset="0"/>
                <a:cs typeface="Arial" panose="020B0604020202020204" pitchFamily="34" charset="0"/>
              </a:rPr>
              <a:t>Membres </a:t>
            </a:r>
            <a:r>
              <a:rPr lang="fr-FR" sz="2000" b="0" i="0" u="none" strike="noStrike" baseline="0" dirty="0">
                <a:solidFill>
                  <a:srgbClr val="212121"/>
                </a:solidFill>
                <a:latin typeface="Arial" panose="020B0604020202020204" pitchFamily="34" charset="0"/>
                <a:cs typeface="Arial" panose="020B0604020202020204" pitchFamily="34" charset="0"/>
              </a:rPr>
              <a:t>et ajouter les membres que l’on souhaite. On clique sur </a:t>
            </a:r>
            <a:r>
              <a:rPr lang="fr-FR" sz="2000" b="0" i="1" u="none" strike="noStrike" baseline="0" dirty="0">
                <a:solidFill>
                  <a:srgbClr val="212121"/>
                </a:solidFill>
                <a:latin typeface="Arial" panose="020B0604020202020204" pitchFamily="34" charset="0"/>
                <a:cs typeface="Arial" panose="020B0604020202020204" pitchFamily="34" charset="0"/>
              </a:rPr>
              <a:t>Ajouter… </a:t>
            </a:r>
            <a:r>
              <a:rPr lang="fr-FR" sz="2000" b="0" i="0" u="none" strike="noStrike" baseline="0" dirty="0">
                <a:solidFill>
                  <a:srgbClr val="212121"/>
                </a:solidFill>
                <a:latin typeface="Arial" panose="020B0604020202020204" pitchFamily="34" charset="0"/>
                <a:cs typeface="Arial" panose="020B0604020202020204" pitchFamily="34" charset="0"/>
              </a:rPr>
              <a:t>puis sur </a:t>
            </a:r>
            <a:r>
              <a:rPr lang="fr-FR" sz="2000" b="0" i="1" u="none" strike="noStrike" baseline="0" dirty="0">
                <a:solidFill>
                  <a:srgbClr val="212121"/>
                </a:solidFill>
                <a:latin typeface="Arial" panose="020B0604020202020204" pitchFamily="34" charset="0"/>
                <a:cs typeface="Arial" panose="020B0604020202020204" pitchFamily="34" charset="0"/>
              </a:rPr>
              <a:t>Avancé… </a:t>
            </a:r>
            <a:r>
              <a:rPr lang="fr-FR" sz="2000" b="0" i="0" u="none" strike="noStrike" baseline="0" dirty="0">
                <a:solidFill>
                  <a:srgbClr val="212121"/>
                </a:solidFill>
                <a:latin typeface="Arial" panose="020B0604020202020204" pitchFamily="34" charset="0"/>
                <a:cs typeface="Arial" panose="020B0604020202020204" pitchFamily="34" charset="0"/>
              </a:rPr>
              <a:t>et on recherche nos utilisateurs. </a:t>
            </a:r>
          </a:p>
          <a:p>
            <a:pPr algn="just"/>
            <a:endParaRPr lang="fr-FR" sz="2000" b="0" i="0" u="none" strike="noStrike" baseline="0" dirty="0">
              <a:solidFill>
                <a:srgbClr val="212121"/>
              </a:solidFill>
              <a:latin typeface="Arial" panose="020B0604020202020204" pitchFamily="34" charset="0"/>
              <a:cs typeface="Arial" panose="020B0604020202020204" pitchFamily="34" charset="0"/>
            </a:endParaRPr>
          </a:p>
          <a:p>
            <a:pPr algn="just"/>
            <a:r>
              <a:rPr lang="fr-FR" sz="2000" b="0" i="0" u="none" strike="noStrike" baseline="0" dirty="0">
                <a:solidFill>
                  <a:srgbClr val="212121"/>
                </a:solidFill>
                <a:latin typeface="Arial" panose="020B0604020202020204" pitchFamily="34" charset="0"/>
                <a:cs typeface="Arial" panose="020B0604020202020204" pitchFamily="34" charset="0"/>
              </a:rPr>
              <a:t>On peut également taper directement le nom dans </a:t>
            </a:r>
            <a:r>
              <a:rPr lang="fr-FR" sz="2000" b="0" i="1" u="none" strike="noStrike" baseline="0" dirty="0">
                <a:solidFill>
                  <a:srgbClr val="212121"/>
                </a:solidFill>
                <a:latin typeface="Arial" panose="020B0604020202020204" pitchFamily="34" charset="0"/>
                <a:cs typeface="Arial" panose="020B0604020202020204" pitchFamily="34" charset="0"/>
              </a:rPr>
              <a:t>les noms des objets à sélectionner </a:t>
            </a:r>
            <a:r>
              <a:rPr lang="fr-FR" sz="2000" b="0" i="0" u="none" strike="noStrike" baseline="0" dirty="0">
                <a:solidFill>
                  <a:srgbClr val="212121"/>
                </a:solidFill>
                <a:latin typeface="Arial" panose="020B0604020202020204" pitchFamily="34" charset="0"/>
                <a:cs typeface="Arial" panose="020B0604020202020204" pitchFamily="34" charset="0"/>
              </a:rPr>
              <a:t>puis </a:t>
            </a:r>
            <a:r>
              <a:rPr lang="fr-FR" sz="2000" b="0" i="1" u="none" strike="noStrike" baseline="0" dirty="0">
                <a:solidFill>
                  <a:srgbClr val="212121"/>
                </a:solidFill>
                <a:latin typeface="Arial" panose="020B0604020202020204" pitchFamily="34" charset="0"/>
                <a:cs typeface="Arial" panose="020B0604020202020204" pitchFamily="34" charset="0"/>
              </a:rPr>
              <a:t>Vérifier les noms </a:t>
            </a:r>
            <a:endParaRPr lang="en-US" sz="2000" b="1" i="0" u="none" strike="noStrike" baseline="0" dirty="0">
              <a:solidFill>
                <a:srgbClr val="0070C0"/>
              </a:solidFill>
              <a:latin typeface="Arial" panose="020B0604020202020204" pitchFamily="34" charset="0"/>
              <a:cs typeface="Arial" panose="020B0604020202020204" pitchFamily="34" charset="0"/>
            </a:endParaRPr>
          </a:p>
        </p:txBody>
      </p:sp>
      <p:pic>
        <p:nvPicPr>
          <p:cNvPr id="8" name="Image 7">
            <a:extLst>
              <a:ext uri="{FF2B5EF4-FFF2-40B4-BE49-F238E27FC236}">
                <a16:creationId xmlns:a16="http://schemas.microsoft.com/office/drawing/2014/main" id="{EEAE1F4C-1540-0C47-AF3B-54CF6A303BDD}"/>
              </a:ext>
            </a:extLst>
          </p:cNvPr>
          <p:cNvPicPr>
            <a:picLocks noChangeAspect="1"/>
          </p:cNvPicPr>
          <p:nvPr/>
        </p:nvPicPr>
        <p:blipFill>
          <a:blip r:embed="rId2"/>
          <a:stretch>
            <a:fillRect/>
          </a:stretch>
        </p:blipFill>
        <p:spPr>
          <a:xfrm>
            <a:off x="7010400" y="1398542"/>
            <a:ext cx="4898641" cy="4464706"/>
          </a:xfrm>
          <a:prstGeom prst="rect">
            <a:avLst/>
          </a:prstGeom>
        </p:spPr>
      </p:pic>
    </p:spTree>
    <p:extLst>
      <p:ext uri="{BB962C8B-B14F-4D97-AF65-F5344CB8AC3E}">
        <p14:creationId xmlns:p14="http://schemas.microsoft.com/office/powerpoint/2010/main" val="26762784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312B7E-8D35-6E2F-891A-C5CD4816627E}"/>
              </a:ext>
            </a:extLst>
          </p:cNvPr>
          <p:cNvSpPr>
            <a:spLocks noGrp="1"/>
          </p:cNvSpPr>
          <p:nvPr>
            <p:ph type="ctrTitle"/>
          </p:nvPr>
        </p:nvSpPr>
        <p:spPr>
          <a:xfrm>
            <a:off x="259977" y="1819835"/>
            <a:ext cx="11098306" cy="1591516"/>
          </a:xfrm>
        </p:spPr>
        <p:txBody>
          <a:bodyPr>
            <a:noAutofit/>
          </a:bodyPr>
          <a:lstStyle/>
          <a:p>
            <a:r>
              <a:rPr lang="fr-FR" sz="3200" b="1" dirty="0">
                <a:solidFill>
                  <a:schemeClr val="accent4">
                    <a:lumMod val="50000"/>
                  </a:schemeClr>
                </a:solidFill>
                <a:latin typeface="Arial" panose="020B0604020202020204" pitchFamily="34" charset="0"/>
                <a:cs typeface="Arial" panose="020B0604020202020204" pitchFamily="34" charset="0"/>
              </a:rPr>
              <a:t>Gestion des objets AD DS</a:t>
            </a:r>
            <a:br>
              <a:rPr lang="fr-FR" sz="3200" dirty="0">
                <a:latin typeface="Arial" panose="020B0604020202020204" pitchFamily="34" charset="0"/>
                <a:cs typeface="Arial" panose="020B0604020202020204" pitchFamily="34" charset="0"/>
              </a:rPr>
            </a:br>
            <a:br>
              <a:rPr lang="fr-FR" sz="3200" dirty="0">
                <a:latin typeface="Arial" panose="020B0604020202020204" pitchFamily="34" charset="0"/>
                <a:cs typeface="Arial" panose="020B0604020202020204" pitchFamily="34" charset="0"/>
              </a:rPr>
            </a:br>
            <a:r>
              <a:rPr lang="fr-FR" sz="3600" b="1" dirty="0">
                <a:solidFill>
                  <a:schemeClr val="accent2"/>
                </a:solidFill>
                <a:latin typeface="Arial" panose="020B0604020202020204" pitchFamily="34" charset="0"/>
                <a:cs typeface="Arial" panose="020B0604020202020204" pitchFamily="34" charset="0"/>
              </a:rPr>
              <a:t>QUESTIONS</a:t>
            </a:r>
            <a:endParaRPr lang="fr-TG" sz="3600" b="1" dirty="0">
              <a:solidFill>
                <a:schemeClr val="accent2"/>
              </a:solidFill>
              <a:latin typeface="Arial" panose="020B0604020202020204" pitchFamily="34" charset="0"/>
              <a:cs typeface="Arial" panose="020B0604020202020204" pitchFamily="34" charset="0"/>
            </a:endParaRPr>
          </a:p>
        </p:txBody>
      </p:sp>
      <p:cxnSp>
        <p:nvCxnSpPr>
          <p:cNvPr id="5" name="Connecteur droit 4">
            <a:extLst>
              <a:ext uri="{FF2B5EF4-FFF2-40B4-BE49-F238E27FC236}">
                <a16:creationId xmlns:a16="http://schemas.microsoft.com/office/drawing/2014/main" id="{71C45B6B-C448-346F-6355-2C23081F559B}"/>
              </a:ext>
            </a:extLst>
          </p:cNvPr>
          <p:cNvCxnSpPr/>
          <p:nvPr/>
        </p:nvCxnSpPr>
        <p:spPr>
          <a:xfrm>
            <a:off x="869575" y="1819835"/>
            <a:ext cx="10676965" cy="0"/>
          </a:xfrm>
          <a:prstGeom prst="line">
            <a:avLst/>
          </a:prstGeom>
          <a:ln w="38100"/>
        </p:spPr>
        <p:style>
          <a:lnRef idx="3">
            <a:schemeClr val="accent3"/>
          </a:lnRef>
          <a:fillRef idx="0">
            <a:schemeClr val="accent3"/>
          </a:fillRef>
          <a:effectRef idx="2">
            <a:schemeClr val="accent3"/>
          </a:effectRef>
          <a:fontRef idx="minor">
            <a:schemeClr val="tx1"/>
          </a:fontRef>
        </p:style>
      </p:cxnSp>
      <p:cxnSp>
        <p:nvCxnSpPr>
          <p:cNvPr id="6" name="Connecteur droit 5">
            <a:extLst>
              <a:ext uri="{FF2B5EF4-FFF2-40B4-BE49-F238E27FC236}">
                <a16:creationId xmlns:a16="http://schemas.microsoft.com/office/drawing/2014/main" id="{D880426B-8F27-D195-7453-BB7576A9211C}"/>
              </a:ext>
            </a:extLst>
          </p:cNvPr>
          <p:cNvCxnSpPr/>
          <p:nvPr/>
        </p:nvCxnSpPr>
        <p:spPr>
          <a:xfrm>
            <a:off x="869574" y="3429000"/>
            <a:ext cx="10676965"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3" name="ZoneTexte 2">
            <a:extLst>
              <a:ext uri="{FF2B5EF4-FFF2-40B4-BE49-F238E27FC236}">
                <a16:creationId xmlns:a16="http://schemas.microsoft.com/office/drawing/2014/main" id="{4F48D62F-9236-ED25-0141-21CD1B0812E9}"/>
              </a:ext>
            </a:extLst>
          </p:cNvPr>
          <p:cNvSpPr txBox="1"/>
          <p:nvPr/>
        </p:nvSpPr>
        <p:spPr>
          <a:xfrm>
            <a:off x="5065059" y="3724697"/>
            <a:ext cx="1488142" cy="1569660"/>
          </a:xfrm>
          <a:prstGeom prst="rect">
            <a:avLst/>
          </a:prstGeom>
          <a:noFill/>
        </p:spPr>
        <p:txBody>
          <a:bodyPr wrap="square" rtlCol="0">
            <a:spAutoFit/>
          </a:bodyPr>
          <a:lstStyle/>
          <a:p>
            <a:pPr algn="ctr"/>
            <a:r>
              <a:rPr lang="fr-FR" sz="9600" b="1" dirty="0">
                <a:solidFill>
                  <a:srgbClr val="C00000"/>
                </a:solidFill>
              </a:rPr>
              <a:t>?</a:t>
            </a:r>
            <a:endParaRPr lang="fr-TG" sz="9600" b="1" dirty="0">
              <a:solidFill>
                <a:srgbClr val="C00000"/>
              </a:solidFill>
            </a:endParaRPr>
          </a:p>
        </p:txBody>
      </p:sp>
      <p:sp>
        <p:nvSpPr>
          <p:cNvPr id="8" name="Espace réservé du numéro de diapositive 7">
            <a:extLst>
              <a:ext uri="{FF2B5EF4-FFF2-40B4-BE49-F238E27FC236}">
                <a16:creationId xmlns:a16="http://schemas.microsoft.com/office/drawing/2014/main" id="{54F3A7D0-B2C3-2E89-00F4-8A162B119A84}"/>
              </a:ext>
            </a:extLst>
          </p:cNvPr>
          <p:cNvSpPr>
            <a:spLocks noGrp="1"/>
          </p:cNvSpPr>
          <p:nvPr>
            <p:ph type="sldNum" sz="quarter" idx="12"/>
          </p:nvPr>
        </p:nvSpPr>
        <p:spPr/>
        <p:txBody>
          <a:bodyPr/>
          <a:lstStyle/>
          <a:p>
            <a:fld id="{0C5F4B61-0767-4F53-A17E-BD53F46B3D0F}" type="slidenum">
              <a:rPr lang="fr-TG" smtClean="0"/>
              <a:t>34</a:t>
            </a:fld>
            <a:endParaRPr lang="fr-TG"/>
          </a:p>
        </p:txBody>
      </p:sp>
    </p:spTree>
    <p:extLst>
      <p:ext uri="{BB962C8B-B14F-4D97-AF65-F5344CB8AC3E}">
        <p14:creationId xmlns:p14="http://schemas.microsoft.com/office/powerpoint/2010/main" val="152181169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4129</TotalTime>
  <Words>1178</Words>
  <Application>Microsoft Office PowerPoint</Application>
  <PresentationFormat>Grand écran</PresentationFormat>
  <Paragraphs>226</Paragraphs>
  <Slides>34</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34</vt:i4>
      </vt:variant>
    </vt:vector>
  </HeadingPairs>
  <TitlesOfParts>
    <vt:vector size="40" baseType="lpstr">
      <vt:lpstr>Arial</vt:lpstr>
      <vt:lpstr>Calibri</vt:lpstr>
      <vt:lpstr>Calibri Light</vt:lpstr>
      <vt:lpstr>Times New Roman</vt:lpstr>
      <vt:lpstr>Wingdings</vt:lpstr>
      <vt:lpstr>Thème Office</vt:lpstr>
      <vt:lpstr>GESTION DES OBJETS AD DS :  UNITE D’ORGANISATION, UTILISATEURS, GROUPE</vt:lpstr>
      <vt:lpstr>Objectifs Gestion des objets AD DS</vt:lpstr>
      <vt:lpstr>Gestion des objets AD DS  Introduction</vt:lpstr>
      <vt:lpstr>Gestion des objets AD DS Introduction</vt:lpstr>
      <vt:lpstr>Gestion des objets AD DS  Gestion des unités organisationnelles</vt:lpstr>
      <vt:lpstr>Gestion des Unités Organisationnelles </vt:lpstr>
      <vt:lpstr>Gestion des Unités Organisationnelles </vt:lpstr>
      <vt:lpstr>Gestion des Unités Organisationnelles </vt:lpstr>
      <vt:lpstr>Commande DS</vt:lpstr>
      <vt:lpstr>Commande DS</vt:lpstr>
      <vt:lpstr>Gestion des objets AD DS  Gestion des utilisateurs</vt:lpstr>
      <vt:lpstr>Gestion des Utilisateurs</vt:lpstr>
      <vt:lpstr>Gestion des Utilisateurs</vt:lpstr>
      <vt:lpstr>Gestion des Utilisateurs</vt:lpstr>
      <vt:lpstr>Gestion des Utilisateurs</vt:lpstr>
      <vt:lpstr>Gestion des Utilisateurs</vt:lpstr>
      <vt:lpstr>Gestion des Utilisateurs</vt:lpstr>
      <vt:lpstr>Gestion des Utilisateurs</vt:lpstr>
      <vt:lpstr>Gestion des Utilisateurs</vt:lpstr>
      <vt:lpstr>Gestion des Utilisateurs</vt:lpstr>
      <vt:lpstr>Gestion des Utilisateurs</vt:lpstr>
      <vt:lpstr>Gestion des Utilisateurs</vt:lpstr>
      <vt:lpstr>Gestion des Utilisateurs</vt:lpstr>
      <vt:lpstr>Gestion des Utilisateurs</vt:lpstr>
      <vt:lpstr>Gestion des objets AD DS  Joindre un domaine Active Directory</vt:lpstr>
      <vt:lpstr>Joindre au domaine Active Directory</vt:lpstr>
      <vt:lpstr>Gestion des objets AD DS  Profils itinérants</vt:lpstr>
      <vt:lpstr>Profils itinérants</vt:lpstr>
      <vt:lpstr>Gestion des objets AD DS  Gestion des groupes</vt:lpstr>
      <vt:lpstr>Présentation Gestion des groupes</vt:lpstr>
      <vt:lpstr>Présentation Gestion des groupes</vt:lpstr>
      <vt:lpstr>Création des groupes Gestion des groupes</vt:lpstr>
      <vt:lpstr>Création des groupes Gestion des groupes</vt:lpstr>
      <vt:lpstr>Gestion des objets AD DS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AUX SYSTEMES D’EXPLOITATIONS  Définition, Historique, Mécanisme de base</dc:title>
  <dc:creator>abasse kpegouni</dc:creator>
  <cp:lastModifiedBy>HP1</cp:lastModifiedBy>
  <cp:revision>268</cp:revision>
  <dcterms:created xsi:type="dcterms:W3CDTF">2023-10-22T06:57:01Z</dcterms:created>
  <dcterms:modified xsi:type="dcterms:W3CDTF">2024-04-24T08:12:34Z</dcterms:modified>
</cp:coreProperties>
</file>